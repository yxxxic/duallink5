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2B21C-7021-4C2D-8F3E-1FD468D66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48E148-7FD5-4CD1-8861-7242FFE78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C209C0-B47C-45A1-B60D-48729CEB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80546-81F5-4B4D-A847-1BAB26DA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E6DDCA-CF58-442B-AC85-55A893EC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21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ECC91-656D-481F-9098-5CB71D362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B3D1A-0310-494A-9E19-C51DE1A54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11EAF4-8949-4F17-B719-4DCF3DCC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5CCDEB-19B0-4A71-B014-5F146971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0A9746-CE4D-4D62-90C2-5D1CBAE9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90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37387-9959-4ECB-98C1-A1DC55348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A2E9C2-54BB-447B-A25A-A98AAF642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6C63B1-A1BA-4E25-83A2-4E2B9B77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02B59-1AB3-45EA-9C79-49DA4815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D7E7B-56F3-4784-93F9-1B66852E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46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7EC9D-DD2B-4639-9D56-118D4530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CA3A91-2152-4306-AA72-7CCA655C5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EAE563-BD7B-4B8E-8102-4806EDF48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EB797B-8F42-41E0-8E59-B026E3473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CAA151-F3EE-4BF4-91B1-EF6E387A1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6E7CD9-083C-43C7-90D2-3AC72132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2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C0108-2BC9-4C6B-8F6B-9B8953DD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A90413-3485-4DE3-A1E3-11A76B855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334733-DAC4-42BB-8C1B-04304FB42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509E50-642F-4992-BA25-849248F37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35DA5-2DDD-4A1F-85E3-924908BD6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6A3E85-3C38-4AA4-BA88-5026863B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045004-D7E2-4F34-82C6-2F74E136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EAF31A-29E7-4276-8F19-D859D0D6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18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86783-5994-4D8F-BC97-51A864A23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549CAA-F4A0-45F2-820E-9E0BF8803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6E56B0-F4AE-4E73-9C51-B16B5E85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7230AD-E4C1-42C2-BC42-4FA6880C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33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DF3293-5D93-4EC0-809B-ABED3833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1C048B-52F1-4B00-ADFA-A36F69C7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031D25-33F8-4CA4-8011-A05749DE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9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A8B84-4F05-49DD-901F-9CCF2FAAD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AEC730-487E-43AF-A7DA-ECE0FBB4A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500836-97C9-48D5-BC57-B3A3006BB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D95525-7331-4B3D-A869-6F3BA2C3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FE0337-C482-4CBB-9BF1-AD06AE8D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ADBA49-CF59-4DC5-945C-8636ADF7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87C96-A01C-4C50-8DD7-D0BD45B0D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DE1ACF-BCE8-4625-84DE-A9716C6FE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7AF979-17AB-4EBF-A4DB-5B61B97B1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FD644B-55BD-433D-9050-326287860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19BE37-1C81-4E6A-95BE-9190752D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84CDE3-CB23-49A9-8D6C-E34A7CBF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35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4F17D-06D8-4FDA-89D0-BC8B925E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C78784-1CB1-4EA0-BB8C-E538FC743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F285C1-9A7B-4F85-9734-FA9ADC38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8C59B2-0A07-491F-8D5B-5122F4C7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5850EB-18CE-48A5-8CB0-1E3AC7AA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002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5A128EB-CCCF-4D71-B7C0-AB2704265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D43AB5-2DBD-4D20-85B2-E953F92BF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DF5A8-3D7D-4C32-A62B-E5A58661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70EDF5-5352-47D1-818C-8D05CFA1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8401D7-91F4-44D1-A474-FD2878E22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55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A4EEB8-B151-4EFB-98D9-1F6D55CF6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272F47-017D-46F8-81A7-49461E852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17BFE-7CBE-42E4-876F-C3136332F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E2C95-0DBF-4208-A39D-0EDA2561D3FB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1B6BC4-DA68-46A7-9A5F-F54B22FEE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13C5FE-DB5E-4AC9-B9D9-2BFACBE3F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080FC-8B12-4308-AC30-28D9914932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133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3FCF1B6B-090B-4F6B-A76F-F3A58255E336}"/>
              </a:ext>
            </a:extLst>
          </p:cNvPr>
          <p:cNvCxnSpPr>
            <a:cxnSpLocks/>
          </p:cNvCxnSpPr>
          <p:nvPr/>
        </p:nvCxnSpPr>
        <p:spPr>
          <a:xfrm>
            <a:off x="8520523" y="545492"/>
            <a:ext cx="2366244" cy="4649909"/>
          </a:xfrm>
          <a:prstGeom prst="line">
            <a:avLst/>
          </a:prstGeom>
          <a:ln w="15875" cap="rnd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D7678369-F2C2-4B81-A8DB-6609A43F1202}"/>
              </a:ext>
            </a:extLst>
          </p:cNvPr>
          <p:cNvCxnSpPr>
            <a:cxnSpLocks/>
          </p:cNvCxnSpPr>
          <p:nvPr/>
        </p:nvCxnSpPr>
        <p:spPr>
          <a:xfrm>
            <a:off x="11017451" y="3259787"/>
            <a:ext cx="0" cy="1966094"/>
          </a:xfrm>
          <a:prstGeom prst="line">
            <a:avLst/>
          </a:prstGeom>
          <a:ln w="15875" cap="rnd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C067301C-5AF5-4A6A-A768-D07A2FF59304}"/>
              </a:ext>
            </a:extLst>
          </p:cNvPr>
          <p:cNvCxnSpPr>
            <a:cxnSpLocks/>
            <a:stCxn id="194" idx="1"/>
            <a:endCxn id="209" idx="1"/>
          </p:cNvCxnSpPr>
          <p:nvPr/>
        </p:nvCxnSpPr>
        <p:spPr>
          <a:xfrm flipH="1">
            <a:off x="10886767" y="3292121"/>
            <a:ext cx="124643" cy="1933760"/>
          </a:xfrm>
          <a:prstGeom prst="line">
            <a:avLst/>
          </a:prstGeom>
          <a:ln w="15875" cap="rnd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027C7369-E2EC-42BA-9EB5-03CA79350477}"/>
              </a:ext>
            </a:extLst>
          </p:cNvPr>
          <p:cNvCxnSpPr>
            <a:cxnSpLocks/>
          </p:cNvCxnSpPr>
          <p:nvPr/>
        </p:nvCxnSpPr>
        <p:spPr>
          <a:xfrm>
            <a:off x="8396916" y="2477182"/>
            <a:ext cx="599967" cy="1625703"/>
          </a:xfrm>
          <a:prstGeom prst="line">
            <a:avLst/>
          </a:prstGeom>
          <a:ln w="15875" cap="rnd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CF52842-CB7D-4636-9201-01C9DD0C1963}"/>
              </a:ext>
            </a:extLst>
          </p:cNvPr>
          <p:cNvCxnSpPr>
            <a:cxnSpLocks/>
            <a:stCxn id="206" idx="1"/>
          </p:cNvCxnSpPr>
          <p:nvPr/>
        </p:nvCxnSpPr>
        <p:spPr>
          <a:xfrm flipV="1">
            <a:off x="8160026" y="4110399"/>
            <a:ext cx="830407" cy="1115482"/>
          </a:xfrm>
          <a:prstGeom prst="line">
            <a:avLst/>
          </a:prstGeom>
          <a:ln w="15875" cap="rnd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C133B5DC-4502-403C-880A-5A97F8FB058B}"/>
              </a:ext>
            </a:extLst>
          </p:cNvPr>
          <p:cNvGrpSpPr>
            <a:grpSpLocks noChangeAspect="1"/>
          </p:cNvGrpSpPr>
          <p:nvPr/>
        </p:nvGrpSpPr>
        <p:grpSpPr>
          <a:xfrm>
            <a:off x="7254156" y="0"/>
            <a:ext cx="4937844" cy="5737344"/>
            <a:chOff x="3553291" y="402837"/>
            <a:chExt cx="4937844" cy="5737344"/>
          </a:xfrm>
        </p:grpSpPr>
        <p:sp>
          <p:nvSpPr>
            <p:cNvPr id="215" name="弧形 214">
              <a:extLst>
                <a:ext uri="{FF2B5EF4-FFF2-40B4-BE49-F238E27FC236}">
                  <a16:creationId xmlns:a16="http://schemas.microsoft.com/office/drawing/2014/main" id="{534AA4F1-784A-4E3F-9593-C261844DA1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8822" y="402837"/>
              <a:ext cx="1080000" cy="1080000"/>
            </a:xfrm>
            <a:prstGeom prst="arc">
              <a:avLst>
                <a:gd name="adj1" fmla="val 5736013"/>
                <a:gd name="adj2" fmla="val 10765007"/>
              </a:avLst>
            </a:prstGeom>
            <a:gradFill flip="none" rotWithShape="1">
              <a:gsLst>
                <a:gs pos="0">
                  <a:schemeClr val="accent6">
                    <a:alpha val="0"/>
                  </a:schemeClr>
                </a:gs>
                <a:gs pos="37000">
                  <a:schemeClr val="accent6">
                    <a:alpha val="40000"/>
                  </a:schemeClr>
                </a:gs>
                <a:gs pos="72000">
                  <a:schemeClr val="accent6">
                    <a:alpha val="70000"/>
                  </a:schemeClr>
                </a:gs>
                <a:gs pos="100000">
                  <a:schemeClr val="accent6"/>
                </a:gs>
              </a:gsLst>
              <a:path path="circle">
                <a:fillToRect l="100000" b="100000"/>
              </a:path>
              <a:tileRect t="-100000" r="-100000"/>
            </a:gradFill>
            <a:ln w="19050" cap="rnd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弧形 213">
              <a:extLst>
                <a:ext uri="{FF2B5EF4-FFF2-40B4-BE49-F238E27FC236}">
                  <a16:creationId xmlns:a16="http://schemas.microsoft.com/office/drawing/2014/main" id="{95AE59BB-7FA3-46EC-8151-B8AE41E334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79758" y="404309"/>
              <a:ext cx="1080000" cy="1080000"/>
            </a:xfrm>
            <a:prstGeom prst="arc">
              <a:avLst>
                <a:gd name="adj1" fmla="val 2464"/>
                <a:gd name="adj2" fmla="val 1764411"/>
              </a:avLst>
            </a:prstGeom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37000">
                  <a:schemeClr val="accent2">
                    <a:alpha val="20000"/>
                  </a:schemeClr>
                </a:gs>
                <a:gs pos="72000">
                  <a:schemeClr val="accent2">
                    <a:alpha val="60000"/>
                  </a:schemeClr>
                </a:gs>
                <a:gs pos="100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 w="1905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CB491C3-AB25-4C2A-B0E6-ABC13B4A3DE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553291" y="729561"/>
              <a:ext cx="4937844" cy="5410620"/>
              <a:chOff x="3553291" y="729561"/>
              <a:chExt cx="4937844" cy="5410620"/>
            </a:xfrm>
          </p:grpSpPr>
          <p:sp>
            <p:nvSpPr>
              <p:cNvPr id="224" name="弧形 223">
                <a:extLst>
                  <a:ext uri="{FF2B5EF4-FFF2-40B4-BE49-F238E27FC236}">
                    <a16:creationId xmlns:a16="http://schemas.microsoft.com/office/drawing/2014/main" id="{9FBC3EC4-7435-4762-9C87-C854A25572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37848" y="2522002"/>
                <a:ext cx="720000" cy="720000"/>
              </a:xfrm>
              <a:prstGeom prst="arc">
                <a:avLst>
                  <a:gd name="adj1" fmla="val 20263634"/>
                  <a:gd name="adj2" fmla="val 1035640"/>
                </a:avLst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37000">
                    <a:schemeClr val="accent1">
                      <a:alpha val="20000"/>
                    </a:schemeClr>
                  </a:gs>
                  <a:gs pos="72000">
                    <a:schemeClr val="accent1">
                      <a:alpha val="70000"/>
                    </a:schemeClr>
                  </a:gs>
                  <a:gs pos="100000">
                    <a:schemeClr val="accent1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905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弧形 222">
                <a:extLst>
                  <a:ext uri="{FF2B5EF4-FFF2-40B4-BE49-F238E27FC236}">
                    <a16:creationId xmlns:a16="http://schemas.microsoft.com/office/drawing/2014/main" id="{E67C7F9D-A424-447E-8F94-9CAC160A26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52169" y="3303193"/>
                <a:ext cx="720000" cy="720000"/>
              </a:xfrm>
              <a:prstGeom prst="arc">
                <a:avLst>
                  <a:gd name="adj1" fmla="val 11819778"/>
                  <a:gd name="adj2" fmla="val 16420986"/>
                </a:avLst>
              </a:prstGeom>
              <a:gradFill flip="none" rotWithShape="1">
                <a:gsLst>
                  <a:gs pos="0">
                    <a:srgbClr val="7030A0">
                      <a:alpha val="0"/>
                    </a:srgbClr>
                  </a:gs>
                  <a:gs pos="37000">
                    <a:srgbClr val="7030A0">
                      <a:alpha val="20000"/>
                    </a:srgbClr>
                  </a:gs>
                  <a:gs pos="72000">
                    <a:srgbClr val="7030A0">
                      <a:alpha val="70000"/>
                    </a:srgbClr>
                  </a:gs>
                  <a:gs pos="100000">
                    <a:srgbClr val="7030A0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9050" cap="rnd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9" name="弧形 218">
                <a:extLst>
                  <a:ext uri="{FF2B5EF4-FFF2-40B4-BE49-F238E27FC236}">
                    <a16:creationId xmlns:a16="http://schemas.microsoft.com/office/drawing/2014/main" id="{8E4DB4DF-7DB7-4E86-BABE-741D7E914C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55912" y="3301672"/>
                <a:ext cx="720000" cy="720000"/>
              </a:xfrm>
              <a:prstGeom prst="arc">
                <a:avLst>
                  <a:gd name="adj1" fmla="val 9532260"/>
                  <a:gd name="adj2" fmla="val 11827895"/>
                </a:avLst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37000">
                    <a:schemeClr val="accent1">
                      <a:alpha val="20000"/>
                    </a:schemeClr>
                  </a:gs>
                  <a:gs pos="72000">
                    <a:schemeClr val="accent1">
                      <a:alpha val="70000"/>
                    </a:schemeClr>
                  </a:gs>
                  <a:gs pos="100000">
                    <a:schemeClr val="accent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905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弧形 217">
                <a:extLst>
                  <a:ext uri="{FF2B5EF4-FFF2-40B4-BE49-F238E27FC236}">
                    <a16:creationId xmlns:a16="http://schemas.microsoft.com/office/drawing/2014/main" id="{23FBA4DC-93A9-4568-947B-6AE9C01ED7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36780" y="2522721"/>
                <a:ext cx="720000" cy="720000"/>
              </a:xfrm>
              <a:prstGeom prst="arc">
                <a:avLst>
                  <a:gd name="adj1" fmla="val 999659"/>
                  <a:gd name="adj2" fmla="val 5677838"/>
                </a:avLst>
              </a:prstGeom>
              <a:gradFill flip="none" rotWithShape="1">
                <a:gsLst>
                  <a:gs pos="0">
                    <a:srgbClr val="7030A0">
                      <a:alpha val="0"/>
                    </a:srgbClr>
                  </a:gs>
                  <a:gs pos="37000">
                    <a:srgbClr val="7030A0">
                      <a:alpha val="20000"/>
                    </a:srgbClr>
                  </a:gs>
                  <a:gs pos="72000">
                    <a:srgbClr val="7030A0">
                      <a:alpha val="70000"/>
                    </a:srgbClr>
                  </a:gs>
                  <a:gs pos="100000">
                    <a:srgbClr val="7030A0"/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9050" cap="rnd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2" name="弧形 211">
                <a:extLst>
                  <a:ext uri="{FF2B5EF4-FFF2-40B4-BE49-F238E27FC236}">
                    <a16:creationId xmlns:a16="http://schemas.microsoft.com/office/drawing/2014/main" id="{FB0DCF15-7E8E-4C3E-A422-E5260A858E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49862" y="5060181"/>
                <a:ext cx="1080000" cy="1080000"/>
              </a:xfrm>
              <a:prstGeom prst="arc">
                <a:avLst>
                  <a:gd name="adj1" fmla="val 10874169"/>
                  <a:gd name="adj2" fmla="val 12595761"/>
                </a:avLst>
              </a:prstGeom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37000">
                    <a:schemeClr val="accent2">
                      <a:alpha val="40000"/>
                    </a:schemeClr>
                  </a:gs>
                  <a:gs pos="72000">
                    <a:schemeClr val="accent2">
                      <a:alpha val="7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9050" cap="rnd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弧形 209">
                <a:extLst>
                  <a:ext uri="{FF2B5EF4-FFF2-40B4-BE49-F238E27FC236}">
                    <a16:creationId xmlns:a16="http://schemas.microsoft.com/office/drawing/2014/main" id="{6E240F29-1F41-4992-915D-70FDF12C60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3923" y="5054599"/>
                <a:ext cx="1080000" cy="1080000"/>
              </a:xfrm>
              <a:prstGeom prst="arc">
                <a:avLst>
                  <a:gd name="adj1" fmla="val 16507809"/>
                  <a:gd name="adj2" fmla="val 0"/>
                </a:avLst>
              </a:prstGeom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37000">
                    <a:schemeClr val="accent6">
                      <a:alpha val="40000"/>
                    </a:schemeClr>
                  </a:gs>
                  <a:gs pos="72000">
                    <a:schemeClr val="accent6">
                      <a:alpha val="70000"/>
                    </a:schemeClr>
                  </a:gs>
                  <a:gs pos="100000">
                    <a:schemeClr val="accent6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9050" cap="rnd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任意多边形: 形状 140">
                <a:extLst>
                  <a:ext uri="{FF2B5EF4-FFF2-40B4-BE49-F238E27FC236}">
                    <a16:creationId xmlns:a16="http://schemas.microsoft.com/office/drawing/2014/main" id="{D33BF824-74E3-409E-9FF4-0A78C03943E4}"/>
                  </a:ext>
                </a:extLst>
              </p:cNvPr>
              <p:cNvSpPr/>
              <p:nvPr/>
            </p:nvSpPr>
            <p:spPr>
              <a:xfrm>
                <a:off x="4530417" y="5596427"/>
                <a:ext cx="2583411" cy="4305"/>
              </a:xfrm>
              <a:custGeom>
                <a:avLst/>
                <a:gdLst>
                  <a:gd name="connsiteX0" fmla="*/ 0 w 2583411"/>
                  <a:gd name="connsiteY0" fmla="*/ 0 h 4305"/>
                  <a:gd name="connsiteX1" fmla="*/ 2583411 w 2583411"/>
                  <a:gd name="connsiteY1" fmla="*/ 0 h 4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83411" h="4305">
                    <a:moveTo>
                      <a:pt x="0" y="0"/>
                    </a:moveTo>
                    <a:lnTo>
                      <a:pt x="2583411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E59717C3-3018-42AF-B82A-FAAC39E421EE}"/>
                  </a:ext>
                </a:extLst>
              </p:cNvPr>
              <p:cNvSpPr/>
              <p:nvPr/>
            </p:nvSpPr>
            <p:spPr>
              <a:xfrm>
                <a:off x="5360684" y="4542620"/>
                <a:ext cx="1763606" cy="1018243"/>
              </a:xfrm>
              <a:custGeom>
                <a:avLst/>
                <a:gdLst>
                  <a:gd name="connsiteX0" fmla="*/ 1763607 w 1763606"/>
                  <a:gd name="connsiteY0" fmla="*/ 1018244 h 1018243"/>
                  <a:gd name="connsiteX1" fmla="*/ 0 w 1763606"/>
                  <a:gd name="connsiteY1" fmla="*/ 0 h 1018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63606" h="1018243">
                    <a:moveTo>
                      <a:pt x="1763607" y="1018244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792BEB92-4F06-42BC-A06E-FC2F0D22BC32}"/>
                  </a:ext>
                </a:extLst>
              </p:cNvPr>
              <p:cNvSpPr/>
              <p:nvPr/>
            </p:nvSpPr>
            <p:spPr>
              <a:xfrm>
                <a:off x="5364645" y="3902138"/>
                <a:ext cx="1372928" cy="575124"/>
              </a:xfrm>
              <a:custGeom>
                <a:avLst/>
                <a:gdLst>
                  <a:gd name="connsiteX0" fmla="*/ 0 w 1372928"/>
                  <a:gd name="connsiteY0" fmla="*/ 575125 h 575124"/>
                  <a:gd name="connsiteX1" fmla="*/ 1372928 w 1372928"/>
                  <a:gd name="connsiteY1" fmla="*/ 0 h 575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72928" h="575124">
                    <a:moveTo>
                      <a:pt x="0" y="575125"/>
                    </a:moveTo>
                    <a:lnTo>
                      <a:pt x="1372928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任意多边形: 形状 143">
                <a:extLst>
                  <a:ext uri="{FF2B5EF4-FFF2-40B4-BE49-F238E27FC236}">
                    <a16:creationId xmlns:a16="http://schemas.microsoft.com/office/drawing/2014/main" id="{7EAC3F41-8207-47C3-83AB-980562FFC4C8}"/>
                  </a:ext>
                </a:extLst>
              </p:cNvPr>
              <p:cNvSpPr/>
              <p:nvPr/>
            </p:nvSpPr>
            <p:spPr>
              <a:xfrm>
                <a:off x="4767691" y="2901288"/>
                <a:ext cx="2469789" cy="740239"/>
              </a:xfrm>
              <a:custGeom>
                <a:avLst/>
                <a:gdLst>
                  <a:gd name="connsiteX0" fmla="*/ 2469790 w 2469789"/>
                  <a:gd name="connsiteY0" fmla="*/ 740240 h 740239"/>
                  <a:gd name="connsiteX1" fmla="*/ 0 w 2469789"/>
                  <a:gd name="connsiteY1" fmla="*/ 0 h 740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69789" h="740239">
                    <a:moveTo>
                      <a:pt x="2469790" y="740240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dash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AFF3DE12-CFA4-49E5-86FA-F518DF334BE4}"/>
                  </a:ext>
                </a:extLst>
              </p:cNvPr>
              <p:cNvSpPr/>
              <p:nvPr/>
            </p:nvSpPr>
            <p:spPr>
              <a:xfrm>
                <a:off x="4465490" y="3766946"/>
                <a:ext cx="153705" cy="1756804"/>
              </a:xfrm>
              <a:custGeom>
                <a:avLst/>
                <a:gdLst>
                  <a:gd name="connsiteX0" fmla="*/ 153705 w 153705"/>
                  <a:gd name="connsiteY0" fmla="*/ 0 h 1756804"/>
                  <a:gd name="connsiteX1" fmla="*/ 9989 w 153705"/>
                  <a:gd name="connsiteY1" fmla="*/ 1642537 h 1756804"/>
                  <a:gd name="connsiteX2" fmla="*/ 0 w 153705"/>
                  <a:gd name="connsiteY2" fmla="*/ 1756805 h 1756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705" h="1756804">
                    <a:moveTo>
                      <a:pt x="153705" y="0"/>
                    </a:moveTo>
                    <a:cubicBezTo>
                      <a:pt x="105785" y="547527"/>
                      <a:pt x="57909" y="1095011"/>
                      <a:pt x="9989" y="1642537"/>
                    </a:cubicBezTo>
                    <a:lnTo>
                      <a:pt x="0" y="17568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A47ACA74-BA2F-4BD3-8BCD-36C8C9212D7E}"/>
                  </a:ext>
                </a:extLst>
              </p:cNvPr>
              <p:cNvSpPr/>
              <p:nvPr/>
            </p:nvSpPr>
            <p:spPr>
              <a:xfrm>
                <a:off x="5267083" y="2065639"/>
                <a:ext cx="1373832" cy="575512"/>
              </a:xfrm>
              <a:custGeom>
                <a:avLst/>
                <a:gdLst>
                  <a:gd name="connsiteX0" fmla="*/ 0 w 1373832"/>
                  <a:gd name="connsiteY0" fmla="*/ 575512 h 575512"/>
                  <a:gd name="connsiteX1" fmla="*/ 1373833 w 1373832"/>
                  <a:gd name="connsiteY1" fmla="*/ 0 h 57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73832" h="575512">
                    <a:moveTo>
                      <a:pt x="0" y="575512"/>
                    </a:moveTo>
                    <a:lnTo>
                      <a:pt x="1373833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" name="任意多边形: 形状 146">
                <a:extLst>
                  <a:ext uri="{FF2B5EF4-FFF2-40B4-BE49-F238E27FC236}">
                    <a16:creationId xmlns:a16="http://schemas.microsoft.com/office/drawing/2014/main" id="{C43A3787-FB2F-4A14-9D59-9DE0E3E97410}"/>
                  </a:ext>
                </a:extLst>
              </p:cNvPr>
              <p:cNvSpPr/>
              <p:nvPr/>
            </p:nvSpPr>
            <p:spPr>
              <a:xfrm>
                <a:off x="4766313" y="2697338"/>
                <a:ext cx="366653" cy="153576"/>
              </a:xfrm>
              <a:custGeom>
                <a:avLst/>
                <a:gdLst>
                  <a:gd name="connsiteX0" fmla="*/ 0 w 366653"/>
                  <a:gd name="connsiteY0" fmla="*/ 153576 h 153576"/>
                  <a:gd name="connsiteX1" fmla="*/ 366654 w 366653"/>
                  <a:gd name="connsiteY1" fmla="*/ 0 h 153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6653" h="153576">
                    <a:moveTo>
                      <a:pt x="0" y="153576"/>
                    </a:moveTo>
                    <a:lnTo>
                      <a:pt x="366654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0E4F479E-0A77-47D2-A57A-F49837AB06EB}"/>
                  </a:ext>
                </a:extLst>
              </p:cNvPr>
              <p:cNvSpPr/>
              <p:nvPr/>
            </p:nvSpPr>
            <p:spPr>
              <a:xfrm>
                <a:off x="4884628" y="984019"/>
                <a:ext cx="1760549" cy="1016478"/>
              </a:xfrm>
              <a:custGeom>
                <a:avLst/>
                <a:gdLst>
                  <a:gd name="connsiteX0" fmla="*/ 1760550 w 1760549"/>
                  <a:gd name="connsiteY0" fmla="*/ 1016479 h 1016478"/>
                  <a:gd name="connsiteX1" fmla="*/ 0 w 1760549"/>
                  <a:gd name="connsiteY1" fmla="*/ 0 h 101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60549" h="1016478">
                    <a:moveTo>
                      <a:pt x="1760550" y="1016479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9" name="任意多边形: 形状 148">
                <a:extLst>
                  <a:ext uri="{FF2B5EF4-FFF2-40B4-BE49-F238E27FC236}">
                    <a16:creationId xmlns:a16="http://schemas.microsoft.com/office/drawing/2014/main" id="{D4985004-1285-4598-99C2-B4757FE0595E}"/>
                  </a:ext>
                </a:extLst>
              </p:cNvPr>
              <p:cNvSpPr/>
              <p:nvPr/>
            </p:nvSpPr>
            <p:spPr>
              <a:xfrm>
                <a:off x="4893626" y="946518"/>
                <a:ext cx="2579493" cy="4305"/>
              </a:xfrm>
              <a:custGeom>
                <a:avLst/>
                <a:gdLst>
                  <a:gd name="connsiteX0" fmla="*/ 0 w 2579493"/>
                  <a:gd name="connsiteY0" fmla="*/ 0 h 4305"/>
                  <a:gd name="connsiteX1" fmla="*/ 2579493 w 2579493"/>
                  <a:gd name="connsiteY1" fmla="*/ 0 h 4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79493" h="4305">
                    <a:moveTo>
                      <a:pt x="0" y="0"/>
                    </a:moveTo>
                    <a:lnTo>
                      <a:pt x="2579493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0" name="任意多边形: 形状 149">
                <a:extLst>
                  <a:ext uri="{FF2B5EF4-FFF2-40B4-BE49-F238E27FC236}">
                    <a16:creationId xmlns:a16="http://schemas.microsoft.com/office/drawing/2014/main" id="{9D3D7D73-2BEA-40BA-8538-4631ADA6FF1A}"/>
                  </a:ext>
                </a:extLst>
              </p:cNvPr>
              <p:cNvSpPr/>
              <p:nvPr/>
            </p:nvSpPr>
            <p:spPr>
              <a:xfrm>
                <a:off x="7386278" y="1019065"/>
                <a:ext cx="153791" cy="1757751"/>
              </a:xfrm>
              <a:custGeom>
                <a:avLst/>
                <a:gdLst>
                  <a:gd name="connsiteX0" fmla="*/ 153791 w 153791"/>
                  <a:gd name="connsiteY0" fmla="*/ 0 h 1757751"/>
                  <a:gd name="connsiteX1" fmla="*/ 0 w 153791"/>
                  <a:gd name="connsiteY1" fmla="*/ 1757752 h 1757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3791" h="1757751">
                    <a:moveTo>
                      <a:pt x="153791" y="0"/>
                    </a:moveTo>
                    <a:lnTo>
                      <a:pt x="0" y="1757752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" name="任意多边形: 形状 150">
                <a:extLst>
                  <a:ext uri="{FF2B5EF4-FFF2-40B4-BE49-F238E27FC236}">
                    <a16:creationId xmlns:a16="http://schemas.microsoft.com/office/drawing/2014/main" id="{65FDA87D-AA7E-4C30-B080-57921FBBAF9D}"/>
                  </a:ext>
                </a:extLst>
              </p:cNvPr>
              <p:cNvSpPr/>
              <p:nvPr/>
            </p:nvSpPr>
            <p:spPr>
              <a:xfrm>
                <a:off x="4261885" y="2909124"/>
                <a:ext cx="365405" cy="153102"/>
              </a:xfrm>
              <a:custGeom>
                <a:avLst/>
                <a:gdLst>
                  <a:gd name="connsiteX0" fmla="*/ 0 w 365405"/>
                  <a:gd name="connsiteY0" fmla="*/ 153102 h 153102"/>
                  <a:gd name="connsiteX1" fmla="*/ 365405 w 365405"/>
                  <a:gd name="connsiteY1" fmla="*/ 0 h 153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5405" h="153102">
                    <a:moveTo>
                      <a:pt x="0" y="153102"/>
                    </a:moveTo>
                    <a:lnTo>
                      <a:pt x="365405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2898270D-D0AB-485A-98A3-866A24ED708A}"/>
                  </a:ext>
                </a:extLst>
              </p:cNvPr>
              <p:cNvSpPr/>
              <p:nvPr/>
            </p:nvSpPr>
            <p:spPr>
              <a:xfrm>
                <a:off x="6875262" y="3691256"/>
                <a:ext cx="365749" cy="153231"/>
              </a:xfrm>
              <a:custGeom>
                <a:avLst/>
                <a:gdLst>
                  <a:gd name="connsiteX0" fmla="*/ 365750 w 365749"/>
                  <a:gd name="connsiteY0" fmla="*/ 0 h 153231"/>
                  <a:gd name="connsiteX1" fmla="*/ 0 w 365749"/>
                  <a:gd name="connsiteY1" fmla="*/ 153232 h 153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5749" h="153231">
                    <a:moveTo>
                      <a:pt x="365750" y="0"/>
                    </a:moveTo>
                    <a:lnTo>
                      <a:pt x="0" y="153232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D40DE118-DFFD-4632-9910-92F3225486D4}"/>
                  </a:ext>
                </a:extLst>
              </p:cNvPr>
              <p:cNvSpPr/>
              <p:nvPr/>
            </p:nvSpPr>
            <p:spPr>
              <a:xfrm>
                <a:off x="7377840" y="3481278"/>
                <a:ext cx="364415" cy="152671"/>
              </a:xfrm>
              <a:custGeom>
                <a:avLst/>
                <a:gdLst>
                  <a:gd name="connsiteX0" fmla="*/ 364415 w 364415"/>
                  <a:gd name="connsiteY0" fmla="*/ 0 h 152671"/>
                  <a:gd name="connsiteX1" fmla="*/ 0 w 364415"/>
                  <a:gd name="connsiteY1" fmla="*/ 152672 h 152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4415" h="152671">
                    <a:moveTo>
                      <a:pt x="364415" y="0"/>
                    </a:moveTo>
                    <a:lnTo>
                      <a:pt x="0" y="152672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C66BC341-81DA-4A73-A96C-67C0425BC70E}"/>
                  </a:ext>
                </a:extLst>
              </p:cNvPr>
              <p:cNvSpPr/>
              <p:nvPr/>
            </p:nvSpPr>
            <p:spPr>
              <a:xfrm>
                <a:off x="5270484" y="2690492"/>
                <a:ext cx="2471770" cy="740842"/>
              </a:xfrm>
              <a:custGeom>
                <a:avLst/>
                <a:gdLst>
                  <a:gd name="connsiteX0" fmla="*/ 0 w 2471770"/>
                  <a:gd name="connsiteY0" fmla="*/ 0 h 740842"/>
                  <a:gd name="connsiteX1" fmla="*/ 2471771 w 2471770"/>
                  <a:gd name="connsiteY1" fmla="*/ 740843 h 74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71770" h="740842">
                    <a:moveTo>
                      <a:pt x="0" y="0"/>
                    </a:moveTo>
                    <a:lnTo>
                      <a:pt x="2471771" y="740843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4C141B39-6FAC-4548-BC2D-5AFA3E4394F6}"/>
                  </a:ext>
                </a:extLst>
              </p:cNvPr>
              <p:cNvSpPr/>
              <p:nvPr/>
            </p:nvSpPr>
            <p:spPr>
              <a:xfrm>
                <a:off x="4265759" y="3112299"/>
                <a:ext cx="2471813" cy="740842"/>
              </a:xfrm>
              <a:custGeom>
                <a:avLst/>
                <a:gdLst>
                  <a:gd name="connsiteX0" fmla="*/ 0 w 2471813"/>
                  <a:gd name="connsiteY0" fmla="*/ 0 h 740842"/>
                  <a:gd name="connsiteX1" fmla="*/ 2471814 w 2471813"/>
                  <a:gd name="connsiteY1" fmla="*/ 740842 h 74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71813" h="740842">
                    <a:moveTo>
                      <a:pt x="0" y="0"/>
                    </a:moveTo>
                    <a:lnTo>
                      <a:pt x="2471814" y="740842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52CC6C98-DF1A-4A53-97A6-F3A684F80713}"/>
                  </a:ext>
                </a:extLst>
              </p:cNvPr>
              <p:cNvSpPr/>
              <p:nvPr/>
            </p:nvSpPr>
            <p:spPr>
              <a:xfrm>
                <a:off x="4631767" y="2951619"/>
                <a:ext cx="58769" cy="671739"/>
              </a:xfrm>
              <a:custGeom>
                <a:avLst/>
                <a:gdLst>
                  <a:gd name="connsiteX0" fmla="*/ 58770 w 58769"/>
                  <a:gd name="connsiteY0" fmla="*/ 0 h 671739"/>
                  <a:gd name="connsiteX1" fmla="*/ 0 w 58769"/>
                  <a:gd name="connsiteY1" fmla="*/ 671740 h 67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8769" h="671739">
                    <a:moveTo>
                      <a:pt x="58770" y="0"/>
                    </a:moveTo>
                    <a:lnTo>
                      <a:pt x="0" y="67174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9BE0AAE5-60B3-4E6D-9A7A-B9FB090A0883}"/>
                  </a:ext>
                </a:extLst>
              </p:cNvPr>
              <p:cNvSpPr/>
              <p:nvPr/>
            </p:nvSpPr>
            <p:spPr>
              <a:xfrm>
                <a:off x="4703238" y="2137196"/>
                <a:ext cx="58554" cy="669457"/>
              </a:xfrm>
              <a:custGeom>
                <a:avLst/>
                <a:gdLst>
                  <a:gd name="connsiteX0" fmla="*/ 58554 w 58554"/>
                  <a:gd name="connsiteY0" fmla="*/ 0 h 669457"/>
                  <a:gd name="connsiteX1" fmla="*/ 0 w 58554"/>
                  <a:gd name="connsiteY1" fmla="*/ 669458 h 669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8554" h="669457">
                    <a:moveTo>
                      <a:pt x="58554" y="0"/>
                    </a:moveTo>
                    <a:lnTo>
                      <a:pt x="0" y="669458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0C291AE9-3898-4222-99F3-8925028E3C54}"/>
                  </a:ext>
                </a:extLst>
              </p:cNvPr>
              <p:cNvSpPr/>
              <p:nvPr/>
            </p:nvSpPr>
            <p:spPr>
              <a:xfrm>
                <a:off x="7315023" y="2919629"/>
                <a:ext cx="58769" cy="671696"/>
              </a:xfrm>
              <a:custGeom>
                <a:avLst/>
                <a:gdLst>
                  <a:gd name="connsiteX0" fmla="*/ 0 w 58769"/>
                  <a:gd name="connsiteY0" fmla="*/ 671697 h 671696"/>
                  <a:gd name="connsiteX1" fmla="*/ 58770 w 58769"/>
                  <a:gd name="connsiteY1" fmla="*/ 0 h 671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8769" h="671696">
                    <a:moveTo>
                      <a:pt x="0" y="671697"/>
                    </a:moveTo>
                    <a:lnTo>
                      <a:pt x="58770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A2E5250B-EF8C-47C3-BBEE-CBF8350BEF05}"/>
                  </a:ext>
                </a:extLst>
              </p:cNvPr>
              <p:cNvSpPr/>
              <p:nvPr/>
            </p:nvSpPr>
            <p:spPr>
              <a:xfrm>
                <a:off x="7243896" y="3734870"/>
                <a:ext cx="58554" cy="669328"/>
              </a:xfrm>
              <a:custGeom>
                <a:avLst/>
                <a:gdLst>
                  <a:gd name="connsiteX0" fmla="*/ 0 w 58554"/>
                  <a:gd name="connsiteY0" fmla="*/ 669328 h 669328"/>
                  <a:gd name="connsiteX1" fmla="*/ 58554 w 58554"/>
                  <a:gd name="connsiteY1" fmla="*/ 0 h 66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8554" h="669328">
                    <a:moveTo>
                      <a:pt x="0" y="669328"/>
                    </a:moveTo>
                    <a:lnTo>
                      <a:pt x="58554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D058212F-8D20-402C-8DC0-13161A31E7B0}"/>
                  </a:ext>
                </a:extLst>
              </p:cNvPr>
              <p:cNvSpPr/>
              <p:nvPr/>
            </p:nvSpPr>
            <p:spPr>
              <a:xfrm>
                <a:off x="4837612" y="2085961"/>
                <a:ext cx="2472932" cy="741186"/>
              </a:xfrm>
              <a:custGeom>
                <a:avLst/>
                <a:gdLst>
                  <a:gd name="connsiteX0" fmla="*/ 0 w 2472932"/>
                  <a:gd name="connsiteY0" fmla="*/ 0 h 741186"/>
                  <a:gd name="connsiteX1" fmla="*/ 2472933 w 2472932"/>
                  <a:gd name="connsiteY1" fmla="*/ 741187 h 741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72932" h="741186">
                    <a:moveTo>
                      <a:pt x="0" y="0"/>
                    </a:moveTo>
                    <a:lnTo>
                      <a:pt x="2472933" y="741187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33382303-6CD5-4138-B48E-BCC278D9FA5D}"/>
                  </a:ext>
                </a:extLst>
              </p:cNvPr>
              <p:cNvSpPr/>
              <p:nvPr/>
            </p:nvSpPr>
            <p:spPr>
              <a:xfrm>
                <a:off x="4696780" y="3716314"/>
                <a:ext cx="2468455" cy="739852"/>
              </a:xfrm>
              <a:custGeom>
                <a:avLst/>
                <a:gdLst>
                  <a:gd name="connsiteX0" fmla="*/ 0 w 2468455"/>
                  <a:gd name="connsiteY0" fmla="*/ 0 h 739852"/>
                  <a:gd name="connsiteX1" fmla="*/ 2468455 w 2468455"/>
                  <a:gd name="connsiteY1" fmla="*/ 739852 h 739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68455" h="739852">
                    <a:moveTo>
                      <a:pt x="0" y="0"/>
                    </a:moveTo>
                    <a:lnTo>
                      <a:pt x="2468455" y="739852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62" name="图形 138">
                <a:extLst>
                  <a:ext uri="{FF2B5EF4-FFF2-40B4-BE49-F238E27FC236}">
                    <a16:creationId xmlns:a16="http://schemas.microsoft.com/office/drawing/2014/main" id="{BE5AB4E3-A7F1-432F-A0E9-D00316154D2F}"/>
                  </a:ext>
                </a:extLst>
              </p:cNvPr>
              <p:cNvGrpSpPr/>
              <p:nvPr/>
            </p:nvGrpSpPr>
            <p:grpSpPr>
              <a:xfrm>
                <a:off x="4698588" y="1995546"/>
                <a:ext cx="139066" cy="139066"/>
                <a:chOff x="1899970" y="1912419"/>
                <a:chExt cx="139066" cy="139066"/>
              </a:xfrm>
            </p:grpSpPr>
            <p:sp>
              <p:nvSpPr>
                <p:cNvPr id="163" name="任意多边形: 形状 162">
                  <a:extLst>
                    <a:ext uri="{FF2B5EF4-FFF2-40B4-BE49-F238E27FC236}">
                      <a16:creationId xmlns:a16="http://schemas.microsoft.com/office/drawing/2014/main" id="{E73538A0-65BD-415F-BF2E-21720DEDA718}"/>
                    </a:ext>
                  </a:extLst>
                </p:cNvPr>
                <p:cNvSpPr/>
                <p:nvPr/>
              </p:nvSpPr>
              <p:spPr>
                <a:xfrm>
                  <a:off x="1899970" y="1912419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9"/>
                        <a:pt x="107938" y="0"/>
                        <a:pt x="69533" y="0"/>
                      </a:cubicBezTo>
                      <a:cubicBezTo>
                        <a:pt x="31129" y="0"/>
                        <a:pt x="0" y="31129"/>
                        <a:pt x="0" y="69533"/>
                      </a:cubicBezTo>
                      <a:cubicBezTo>
                        <a:pt x="0" y="105872"/>
                        <a:pt x="27899" y="135709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4" name="任意多边形: 形状 163">
                  <a:extLst>
                    <a:ext uri="{FF2B5EF4-FFF2-40B4-BE49-F238E27FC236}">
                      <a16:creationId xmlns:a16="http://schemas.microsoft.com/office/drawing/2014/main" id="{73C16CC5-CF01-4FA7-B94D-E799B2261FA3}"/>
                    </a:ext>
                  </a:extLst>
                </p:cNvPr>
                <p:cNvSpPr/>
                <p:nvPr/>
              </p:nvSpPr>
              <p:spPr>
                <a:xfrm>
                  <a:off x="1937170" y="1949704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5" name="图形 138">
                <a:extLst>
                  <a:ext uri="{FF2B5EF4-FFF2-40B4-BE49-F238E27FC236}">
                    <a16:creationId xmlns:a16="http://schemas.microsoft.com/office/drawing/2014/main" id="{BDA8AFBC-33F0-4FD8-9B22-F85D3D10DE4D}"/>
                  </a:ext>
                </a:extLst>
              </p:cNvPr>
              <p:cNvGrpSpPr/>
              <p:nvPr/>
            </p:nvGrpSpPr>
            <p:grpSpPr>
              <a:xfrm>
                <a:off x="4124282" y="3021195"/>
                <a:ext cx="139066" cy="139066"/>
                <a:chOff x="1325664" y="2938068"/>
                <a:chExt cx="139066" cy="139066"/>
              </a:xfrm>
            </p:grpSpPr>
            <p:sp>
              <p:nvSpPr>
                <p:cNvPr id="166" name="任意多边形: 形状 165">
                  <a:extLst>
                    <a:ext uri="{FF2B5EF4-FFF2-40B4-BE49-F238E27FC236}">
                      <a16:creationId xmlns:a16="http://schemas.microsoft.com/office/drawing/2014/main" id="{FD412A59-BB93-47A0-A57F-57DD7A3BE9A6}"/>
                    </a:ext>
                  </a:extLst>
                </p:cNvPr>
                <p:cNvSpPr/>
                <p:nvPr/>
              </p:nvSpPr>
              <p:spPr>
                <a:xfrm>
                  <a:off x="1325664" y="2938068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9"/>
                        <a:pt x="107938" y="0"/>
                        <a:pt x="69533" y="0"/>
                      </a:cubicBezTo>
                      <a:cubicBezTo>
                        <a:pt x="31129" y="0"/>
                        <a:pt x="0" y="31129"/>
                        <a:pt x="0" y="69533"/>
                      </a:cubicBezTo>
                      <a:cubicBezTo>
                        <a:pt x="0" y="105872"/>
                        <a:pt x="27899" y="135708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7" name="任意多边形: 形状 166">
                  <a:extLst>
                    <a:ext uri="{FF2B5EF4-FFF2-40B4-BE49-F238E27FC236}">
                      <a16:creationId xmlns:a16="http://schemas.microsoft.com/office/drawing/2014/main" id="{382C5449-35C4-4C02-92F0-0CA294F05AF5}"/>
                    </a:ext>
                  </a:extLst>
                </p:cNvPr>
                <p:cNvSpPr/>
                <p:nvPr/>
              </p:nvSpPr>
              <p:spPr>
                <a:xfrm>
                  <a:off x="1362906" y="2975311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图形 138">
                <a:extLst>
                  <a:ext uri="{FF2B5EF4-FFF2-40B4-BE49-F238E27FC236}">
                    <a16:creationId xmlns:a16="http://schemas.microsoft.com/office/drawing/2014/main" id="{6A25DD6C-E2E9-47A0-B794-57CD9A1FD5DF}"/>
                  </a:ext>
                </a:extLst>
              </p:cNvPr>
              <p:cNvGrpSpPr/>
              <p:nvPr/>
            </p:nvGrpSpPr>
            <p:grpSpPr>
              <a:xfrm>
                <a:off x="7476908" y="876942"/>
                <a:ext cx="139066" cy="139066"/>
                <a:chOff x="4678290" y="793815"/>
                <a:chExt cx="139066" cy="139066"/>
              </a:xfrm>
            </p:grpSpPr>
            <p:sp>
              <p:nvSpPr>
                <p:cNvPr id="169" name="任意多边形: 形状 168">
                  <a:extLst>
                    <a:ext uri="{FF2B5EF4-FFF2-40B4-BE49-F238E27FC236}">
                      <a16:creationId xmlns:a16="http://schemas.microsoft.com/office/drawing/2014/main" id="{AE7EF01A-5734-406C-9497-A9E95191D5D8}"/>
                    </a:ext>
                  </a:extLst>
                </p:cNvPr>
                <p:cNvSpPr/>
                <p:nvPr/>
              </p:nvSpPr>
              <p:spPr>
                <a:xfrm>
                  <a:off x="4678290" y="793815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9"/>
                        <a:pt x="107938" y="0"/>
                        <a:pt x="69533" y="0"/>
                      </a:cubicBezTo>
                      <a:cubicBezTo>
                        <a:pt x="31128" y="0"/>
                        <a:pt x="0" y="31129"/>
                        <a:pt x="0" y="69533"/>
                      </a:cubicBezTo>
                      <a:cubicBezTo>
                        <a:pt x="0" y="105872"/>
                        <a:pt x="27899" y="135708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0" name="任意多边形: 形状 169">
                  <a:extLst>
                    <a:ext uri="{FF2B5EF4-FFF2-40B4-BE49-F238E27FC236}">
                      <a16:creationId xmlns:a16="http://schemas.microsoft.com/office/drawing/2014/main" id="{B785C8E5-1140-4B35-9235-82CD99403D9C}"/>
                    </a:ext>
                  </a:extLst>
                </p:cNvPr>
                <p:cNvSpPr/>
                <p:nvPr/>
              </p:nvSpPr>
              <p:spPr>
                <a:xfrm>
                  <a:off x="4715490" y="831100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1" name="图形 138">
                <a:extLst>
                  <a:ext uri="{FF2B5EF4-FFF2-40B4-BE49-F238E27FC236}">
                    <a16:creationId xmlns:a16="http://schemas.microsoft.com/office/drawing/2014/main" id="{343B8FE8-824E-4367-BCF4-1209EB296D81}"/>
                  </a:ext>
                </a:extLst>
              </p:cNvPr>
              <p:cNvGrpSpPr/>
              <p:nvPr/>
            </p:nvGrpSpPr>
            <p:grpSpPr>
              <a:xfrm>
                <a:off x="7310545" y="2778410"/>
                <a:ext cx="139066" cy="139066"/>
                <a:chOff x="4511927" y="2695283"/>
                <a:chExt cx="139066" cy="139066"/>
              </a:xfrm>
            </p:grpSpPr>
            <p:sp>
              <p:nvSpPr>
                <p:cNvPr id="172" name="任意多边形: 形状 171">
                  <a:extLst>
                    <a:ext uri="{FF2B5EF4-FFF2-40B4-BE49-F238E27FC236}">
                      <a16:creationId xmlns:a16="http://schemas.microsoft.com/office/drawing/2014/main" id="{F954E1E8-0B16-45BC-8F14-42D9A0BB8529}"/>
                    </a:ext>
                  </a:extLst>
                </p:cNvPr>
                <p:cNvSpPr/>
                <p:nvPr/>
              </p:nvSpPr>
              <p:spPr>
                <a:xfrm>
                  <a:off x="4511927" y="2695283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8"/>
                        <a:pt x="107938" y="0"/>
                        <a:pt x="69533" y="0"/>
                      </a:cubicBezTo>
                      <a:cubicBezTo>
                        <a:pt x="31129" y="0"/>
                        <a:pt x="0" y="31128"/>
                        <a:pt x="0" y="69533"/>
                      </a:cubicBezTo>
                      <a:cubicBezTo>
                        <a:pt x="0" y="105872"/>
                        <a:pt x="27900" y="135708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3" name="任意多边形: 形状 172">
                  <a:extLst>
                    <a:ext uri="{FF2B5EF4-FFF2-40B4-BE49-F238E27FC236}">
                      <a16:creationId xmlns:a16="http://schemas.microsoft.com/office/drawing/2014/main" id="{E9F3BF7E-27EB-423D-85AC-D591C3D425E1}"/>
                    </a:ext>
                  </a:extLst>
                </p:cNvPr>
                <p:cNvSpPr/>
                <p:nvPr/>
              </p:nvSpPr>
              <p:spPr>
                <a:xfrm>
                  <a:off x="4549169" y="2732568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" name="图形 138">
                <a:extLst>
                  <a:ext uri="{FF2B5EF4-FFF2-40B4-BE49-F238E27FC236}">
                    <a16:creationId xmlns:a16="http://schemas.microsoft.com/office/drawing/2014/main" id="{52772433-E241-488F-A5CE-05291B71A9E5}"/>
                  </a:ext>
                </a:extLst>
              </p:cNvPr>
              <p:cNvGrpSpPr/>
              <p:nvPr/>
            </p:nvGrpSpPr>
            <p:grpSpPr>
              <a:xfrm>
                <a:off x="5130298" y="2599776"/>
                <a:ext cx="139066" cy="139066"/>
                <a:chOff x="2331680" y="2516649"/>
                <a:chExt cx="139066" cy="139066"/>
              </a:xfrm>
            </p:grpSpPr>
            <p:sp>
              <p:nvSpPr>
                <p:cNvPr id="175" name="任意多边形: 形状 174">
                  <a:extLst>
                    <a:ext uri="{FF2B5EF4-FFF2-40B4-BE49-F238E27FC236}">
                      <a16:creationId xmlns:a16="http://schemas.microsoft.com/office/drawing/2014/main" id="{8E5BD469-4609-4EEB-91FB-86C695FEF875}"/>
                    </a:ext>
                  </a:extLst>
                </p:cNvPr>
                <p:cNvSpPr/>
                <p:nvPr/>
              </p:nvSpPr>
              <p:spPr>
                <a:xfrm>
                  <a:off x="2331680" y="2516649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8"/>
                        <a:pt x="107938" y="0"/>
                        <a:pt x="69533" y="0"/>
                      </a:cubicBezTo>
                      <a:cubicBezTo>
                        <a:pt x="31129" y="0"/>
                        <a:pt x="0" y="31128"/>
                        <a:pt x="0" y="69533"/>
                      </a:cubicBezTo>
                      <a:cubicBezTo>
                        <a:pt x="0" y="105872"/>
                        <a:pt x="27899" y="135708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6" name="任意多边形: 形状 175">
                  <a:extLst>
                    <a:ext uri="{FF2B5EF4-FFF2-40B4-BE49-F238E27FC236}">
                      <a16:creationId xmlns:a16="http://schemas.microsoft.com/office/drawing/2014/main" id="{4B7E25FC-1C23-4BEA-BBE4-604196E4353C}"/>
                    </a:ext>
                  </a:extLst>
                </p:cNvPr>
                <p:cNvSpPr/>
                <p:nvPr/>
              </p:nvSpPr>
              <p:spPr>
                <a:xfrm>
                  <a:off x="2368879" y="2553891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" name="图形 138">
                <a:extLst>
                  <a:ext uri="{FF2B5EF4-FFF2-40B4-BE49-F238E27FC236}">
                    <a16:creationId xmlns:a16="http://schemas.microsoft.com/office/drawing/2014/main" id="{689E93E1-CDE0-4E61-8449-61A98F5BEEDF}"/>
                  </a:ext>
                </a:extLst>
              </p:cNvPr>
              <p:cNvGrpSpPr/>
              <p:nvPr/>
            </p:nvGrpSpPr>
            <p:grpSpPr>
              <a:xfrm>
                <a:off x="6639279" y="1967647"/>
                <a:ext cx="139066" cy="139066"/>
                <a:chOff x="3840661" y="1884520"/>
                <a:chExt cx="139066" cy="139066"/>
              </a:xfrm>
            </p:grpSpPr>
            <p:sp>
              <p:nvSpPr>
                <p:cNvPr id="178" name="任意多边形: 形状 177">
                  <a:extLst>
                    <a:ext uri="{FF2B5EF4-FFF2-40B4-BE49-F238E27FC236}">
                      <a16:creationId xmlns:a16="http://schemas.microsoft.com/office/drawing/2014/main" id="{02735466-F973-4414-8484-B2A283E3E5B7}"/>
                    </a:ext>
                  </a:extLst>
                </p:cNvPr>
                <p:cNvSpPr/>
                <p:nvPr/>
              </p:nvSpPr>
              <p:spPr>
                <a:xfrm>
                  <a:off x="3840661" y="1884520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8"/>
                        <a:pt x="107938" y="0"/>
                        <a:pt x="69533" y="0"/>
                      </a:cubicBezTo>
                      <a:cubicBezTo>
                        <a:pt x="31128" y="0"/>
                        <a:pt x="0" y="31128"/>
                        <a:pt x="0" y="69533"/>
                      </a:cubicBezTo>
                      <a:cubicBezTo>
                        <a:pt x="0" y="105872"/>
                        <a:pt x="27899" y="135708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9" name="任意多边形: 形状 178">
                  <a:extLst>
                    <a:ext uri="{FF2B5EF4-FFF2-40B4-BE49-F238E27FC236}">
                      <a16:creationId xmlns:a16="http://schemas.microsoft.com/office/drawing/2014/main" id="{898E3699-7B60-4C6F-B34B-55C894A95B1F}"/>
                    </a:ext>
                  </a:extLst>
                </p:cNvPr>
                <p:cNvSpPr/>
                <p:nvPr/>
              </p:nvSpPr>
              <p:spPr>
                <a:xfrm>
                  <a:off x="3877903" y="1921805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0" name="图形 138">
                <a:extLst>
                  <a:ext uri="{FF2B5EF4-FFF2-40B4-BE49-F238E27FC236}">
                    <a16:creationId xmlns:a16="http://schemas.microsoft.com/office/drawing/2014/main" id="{EA03ADDF-7D98-41EE-B8BD-0F30F24E09F0}"/>
                  </a:ext>
                </a:extLst>
              </p:cNvPr>
              <p:cNvGrpSpPr/>
              <p:nvPr/>
            </p:nvGrpSpPr>
            <p:grpSpPr>
              <a:xfrm>
                <a:off x="4750125" y="876942"/>
                <a:ext cx="139066" cy="139066"/>
                <a:chOff x="1951507" y="793815"/>
                <a:chExt cx="139066" cy="139066"/>
              </a:xfrm>
            </p:grpSpPr>
            <p:sp>
              <p:nvSpPr>
                <p:cNvPr id="181" name="任意多边形: 形状 180">
                  <a:extLst>
                    <a:ext uri="{FF2B5EF4-FFF2-40B4-BE49-F238E27FC236}">
                      <a16:creationId xmlns:a16="http://schemas.microsoft.com/office/drawing/2014/main" id="{103C66F7-F6D9-4255-9FC0-C11EC63EFF35}"/>
                    </a:ext>
                  </a:extLst>
                </p:cNvPr>
                <p:cNvSpPr/>
                <p:nvPr/>
              </p:nvSpPr>
              <p:spPr>
                <a:xfrm>
                  <a:off x="1951507" y="793815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9"/>
                        <a:pt x="107938" y="0"/>
                        <a:pt x="69533" y="0"/>
                      </a:cubicBezTo>
                      <a:cubicBezTo>
                        <a:pt x="31129" y="0"/>
                        <a:pt x="0" y="31129"/>
                        <a:pt x="0" y="69533"/>
                      </a:cubicBezTo>
                      <a:cubicBezTo>
                        <a:pt x="0" y="105872"/>
                        <a:pt x="27899" y="135708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2" name="任意多边形: 形状 181">
                  <a:extLst>
                    <a:ext uri="{FF2B5EF4-FFF2-40B4-BE49-F238E27FC236}">
                      <a16:creationId xmlns:a16="http://schemas.microsoft.com/office/drawing/2014/main" id="{6E31E54B-7CE0-4495-9BF4-39BBF9775E3D}"/>
                    </a:ext>
                  </a:extLst>
                </p:cNvPr>
                <p:cNvSpPr/>
                <p:nvPr/>
              </p:nvSpPr>
              <p:spPr>
                <a:xfrm>
                  <a:off x="1988749" y="831100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3" name="图形 138">
                <a:extLst>
                  <a:ext uri="{FF2B5EF4-FFF2-40B4-BE49-F238E27FC236}">
                    <a16:creationId xmlns:a16="http://schemas.microsoft.com/office/drawing/2014/main" id="{E0989EC2-431E-4F24-9FD4-8C17EE902319}"/>
                  </a:ext>
                </a:extLst>
              </p:cNvPr>
              <p:cNvGrpSpPr/>
              <p:nvPr/>
            </p:nvGrpSpPr>
            <p:grpSpPr>
              <a:xfrm>
                <a:off x="7742255" y="3382639"/>
                <a:ext cx="139066" cy="139066"/>
                <a:chOff x="4943637" y="3299512"/>
                <a:chExt cx="139066" cy="139066"/>
              </a:xfrm>
            </p:grpSpPr>
            <p:sp>
              <p:nvSpPr>
                <p:cNvPr id="184" name="任意多边形: 形状 183">
                  <a:extLst>
                    <a:ext uri="{FF2B5EF4-FFF2-40B4-BE49-F238E27FC236}">
                      <a16:creationId xmlns:a16="http://schemas.microsoft.com/office/drawing/2014/main" id="{BAA895E3-57D0-4FF2-ACB3-BFD3F052EC96}"/>
                    </a:ext>
                  </a:extLst>
                </p:cNvPr>
                <p:cNvSpPr/>
                <p:nvPr/>
              </p:nvSpPr>
              <p:spPr>
                <a:xfrm>
                  <a:off x="4943637" y="3299512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9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9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9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9"/>
                        <a:pt x="107938" y="0"/>
                        <a:pt x="69533" y="0"/>
                      </a:cubicBezTo>
                      <a:cubicBezTo>
                        <a:pt x="31128" y="0"/>
                        <a:pt x="0" y="31129"/>
                        <a:pt x="0" y="69533"/>
                      </a:cubicBezTo>
                      <a:cubicBezTo>
                        <a:pt x="0" y="105872"/>
                        <a:pt x="27899" y="135709"/>
                        <a:pt x="63463" y="138809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5" name="任意多边形: 形状 184">
                  <a:extLst>
                    <a:ext uri="{FF2B5EF4-FFF2-40B4-BE49-F238E27FC236}">
                      <a16:creationId xmlns:a16="http://schemas.microsoft.com/office/drawing/2014/main" id="{5327E26A-EDDF-4644-AAD9-3109FD1AEF20}"/>
                    </a:ext>
                  </a:extLst>
                </p:cNvPr>
                <p:cNvSpPr/>
                <p:nvPr/>
              </p:nvSpPr>
              <p:spPr>
                <a:xfrm>
                  <a:off x="4980836" y="3336755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6" name="图形 138">
                <a:extLst>
                  <a:ext uri="{FF2B5EF4-FFF2-40B4-BE49-F238E27FC236}">
                    <a16:creationId xmlns:a16="http://schemas.microsoft.com/office/drawing/2014/main" id="{4CB75A9E-D293-4AA0-89BB-CAE0F5545A34}"/>
                  </a:ext>
                </a:extLst>
              </p:cNvPr>
              <p:cNvGrpSpPr/>
              <p:nvPr/>
            </p:nvGrpSpPr>
            <p:grpSpPr>
              <a:xfrm>
                <a:off x="4627290" y="2810485"/>
                <a:ext cx="139066" cy="139066"/>
                <a:chOff x="1828672" y="2727358"/>
                <a:chExt cx="139066" cy="139066"/>
              </a:xfrm>
            </p:grpSpPr>
            <p:sp>
              <p:nvSpPr>
                <p:cNvPr id="187" name="任意多边形: 形状 186">
                  <a:extLst>
                    <a:ext uri="{FF2B5EF4-FFF2-40B4-BE49-F238E27FC236}">
                      <a16:creationId xmlns:a16="http://schemas.microsoft.com/office/drawing/2014/main" id="{6B15553E-72A1-4264-A4E6-814E590CAC1E}"/>
                    </a:ext>
                  </a:extLst>
                </p:cNvPr>
                <p:cNvSpPr/>
                <p:nvPr/>
              </p:nvSpPr>
              <p:spPr>
                <a:xfrm>
                  <a:off x="1828672" y="2727358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9"/>
                        <a:pt x="107938" y="0"/>
                        <a:pt x="69533" y="0"/>
                      </a:cubicBezTo>
                      <a:cubicBezTo>
                        <a:pt x="31129" y="0"/>
                        <a:pt x="0" y="31129"/>
                        <a:pt x="0" y="69533"/>
                      </a:cubicBezTo>
                      <a:cubicBezTo>
                        <a:pt x="0" y="105872"/>
                        <a:pt x="27899" y="135709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8" name="任意多边形: 形状 187">
                  <a:extLst>
                    <a:ext uri="{FF2B5EF4-FFF2-40B4-BE49-F238E27FC236}">
                      <a16:creationId xmlns:a16="http://schemas.microsoft.com/office/drawing/2014/main" id="{0A9603E9-0F1F-4AE2-9A51-0471ECFAF1B6}"/>
                    </a:ext>
                  </a:extLst>
                </p:cNvPr>
                <p:cNvSpPr/>
                <p:nvPr/>
              </p:nvSpPr>
              <p:spPr>
                <a:xfrm>
                  <a:off x="1865871" y="2764601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9" name="图形 138">
                <a:extLst>
                  <a:ext uri="{FF2B5EF4-FFF2-40B4-BE49-F238E27FC236}">
                    <a16:creationId xmlns:a16="http://schemas.microsoft.com/office/drawing/2014/main" id="{25B914D8-86DC-4C69-9EF2-F176C19A830E}"/>
                  </a:ext>
                </a:extLst>
              </p:cNvPr>
              <p:cNvGrpSpPr/>
              <p:nvPr/>
            </p:nvGrpSpPr>
            <p:grpSpPr>
              <a:xfrm>
                <a:off x="4557756" y="3625382"/>
                <a:ext cx="139066" cy="139066"/>
                <a:chOff x="1759138" y="3542255"/>
                <a:chExt cx="139066" cy="139066"/>
              </a:xfrm>
            </p:grpSpPr>
            <p:sp>
              <p:nvSpPr>
                <p:cNvPr id="190" name="任意多边形: 形状 189">
                  <a:extLst>
                    <a:ext uri="{FF2B5EF4-FFF2-40B4-BE49-F238E27FC236}">
                      <a16:creationId xmlns:a16="http://schemas.microsoft.com/office/drawing/2014/main" id="{25A4F559-A9DC-4E1B-B6B0-9FBA91A1F770}"/>
                    </a:ext>
                  </a:extLst>
                </p:cNvPr>
                <p:cNvSpPr/>
                <p:nvPr/>
              </p:nvSpPr>
              <p:spPr>
                <a:xfrm>
                  <a:off x="1759138" y="3542255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9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9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9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9"/>
                        <a:pt x="107938" y="0"/>
                        <a:pt x="69533" y="0"/>
                      </a:cubicBezTo>
                      <a:cubicBezTo>
                        <a:pt x="31129" y="0"/>
                        <a:pt x="0" y="31129"/>
                        <a:pt x="0" y="69533"/>
                      </a:cubicBezTo>
                      <a:cubicBezTo>
                        <a:pt x="0" y="105872"/>
                        <a:pt x="27899" y="135709"/>
                        <a:pt x="63463" y="138809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1" name="任意多边形: 形状 190">
                  <a:extLst>
                    <a:ext uri="{FF2B5EF4-FFF2-40B4-BE49-F238E27FC236}">
                      <a16:creationId xmlns:a16="http://schemas.microsoft.com/office/drawing/2014/main" id="{31CB5CD9-DCAD-408B-85D7-9D55555573CF}"/>
                    </a:ext>
                  </a:extLst>
                </p:cNvPr>
                <p:cNvSpPr/>
                <p:nvPr/>
              </p:nvSpPr>
              <p:spPr>
                <a:xfrm>
                  <a:off x="1796381" y="3579540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2" name="图形 138">
                <a:extLst>
                  <a:ext uri="{FF2B5EF4-FFF2-40B4-BE49-F238E27FC236}">
                    <a16:creationId xmlns:a16="http://schemas.microsoft.com/office/drawing/2014/main" id="{7BCFAB55-060F-4671-BDC5-F07E5FA77879}"/>
                  </a:ext>
                </a:extLst>
              </p:cNvPr>
              <p:cNvGrpSpPr/>
              <p:nvPr/>
            </p:nvGrpSpPr>
            <p:grpSpPr>
              <a:xfrm>
                <a:off x="7241012" y="3593091"/>
                <a:ext cx="139066" cy="139066"/>
                <a:chOff x="4442394" y="3509964"/>
                <a:chExt cx="139066" cy="139066"/>
              </a:xfrm>
            </p:grpSpPr>
            <p:sp>
              <p:nvSpPr>
                <p:cNvPr id="193" name="任意多边形: 形状 192">
                  <a:extLst>
                    <a:ext uri="{FF2B5EF4-FFF2-40B4-BE49-F238E27FC236}">
                      <a16:creationId xmlns:a16="http://schemas.microsoft.com/office/drawing/2014/main" id="{1B537D28-66F1-4FB9-AE0D-E8E295870083}"/>
                    </a:ext>
                  </a:extLst>
                </p:cNvPr>
                <p:cNvSpPr/>
                <p:nvPr/>
              </p:nvSpPr>
              <p:spPr>
                <a:xfrm>
                  <a:off x="4442394" y="3509964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9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9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9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9"/>
                        <a:pt x="107938" y="0"/>
                        <a:pt x="69533" y="0"/>
                      </a:cubicBezTo>
                      <a:cubicBezTo>
                        <a:pt x="31128" y="0"/>
                        <a:pt x="0" y="31129"/>
                        <a:pt x="0" y="69533"/>
                      </a:cubicBezTo>
                      <a:cubicBezTo>
                        <a:pt x="0" y="105872"/>
                        <a:pt x="27899" y="135709"/>
                        <a:pt x="63463" y="138809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4" name="任意多边形: 形状 193">
                  <a:extLst>
                    <a:ext uri="{FF2B5EF4-FFF2-40B4-BE49-F238E27FC236}">
                      <a16:creationId xmlns:a16="http://schemas.microsoft.com/office/drawing/2014/main" id="{5E5800D1-E101-4992-8BAE-86DECAB3254D}"/>
                    </a:ext>
                  </a:extLst>
                </p:cNvPr>
                <p:cNvSpPr/>
                <p:nvPr/>
              </p:nvSpPr>
              <p:spPr>
                <a:xfrm>
                  <a:off x="4479636" y="3547249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5" name="图形 138">
                <a:extLst>
                  <a:ext uri="{FF2B5EF4-FFF2-40B4-BE49-F238E27FC236}">
                    <a16:creationId xmlns:a16="http://schemas.microsoft.com/office/drawing/2014/main" id="{F847EDB6-390B-4902-9182-5E29737E5542}"/>
                  </a:ext>
                </a:extLst>
              </p:cNvPr>
              <p:cNvGrpSpPr/>
              <p:nvPr/>
            </p:nvGrpSpPr>
            <p:grpSpPr>
              <a:xfrm>
                <a:off x="6736238" y="3804016"/>
                <a:ext cx="139066" cy="139066"/>
                <a:chOff x="3937620" y="3720889"/>
                <a:chExt cx="139066" cy="139066"/>
              </a:xfrm>
            </p:grpSpPr>
            <p:sp>
              <p:nvSpPr>
                <p:cNvPr id="196" name="任意多边形: 形状 195">
                  <a:extLst>
                    <a:ext uri="{FF2B5EF4-FFF2-40B4-BE49-F238E27FC236}">
                      <a16:creationId xmlns:a16="http://schemas.microsoft.com/office/drawing/2014/main" id="{D0AD33D8-0E7D-4261-BBA2-D0E7F754CAD2}"/>
                    </a:ext>
                  </a:extLst>
                </p:cNvPr>
                <p:cNvSpPr/>
                <p:nvPr/>
              </p:nvSpPr>
              <p:spPr>
                <a:xfrm>
                  <a:off x="3937620" y="3720889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0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8"/>
                        <a:pt x="107938" y="0"/>
                        <a:pt x="69533" y="0"/>
                      </a:cubicBezTo>
                      <a:cubicBezTo>
                        <a:pt x="31129" y="0"/>
                        <a:pt x="0" y="31128"/>
                        <a:pt x="0" y="69533"/>
                      </a:cubicBezTo>
                      <a:cubicBezTo>
                        <a:pt x="0" y="105871"/>
                        <a:pt x="27900" y="135708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7" name="任意多边形: 形状 196">
                  <a:extLst>
                    <a:ext uri="{FF2B5EF4-FFF2-40B4-BE49-F238E27FC236}">
                      <a16:creationId xmlns:a16="http://schemas.microsoft.com/office/drawing/2014/main" id="{17961E4E-0DF5-4244-9E80-18A6CABEC0DC}"/>
                    </a:ext>
                  </a:extLst>
                </p:cNvPr>
                <p:cNvSpPr/>
                <p:nvPr/>
              </p:nvSpPr>
              <p:spPr>
                <a:xfrm>
                  <a:off x="3974863" y="3758174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8" name="图形 138">
                <a:extLst>
                  <a:ext uri="{FF2B5EF4-FFF2-40B4-BE49-F238E27FC236}">
                    <a16:creationId xmlns:a16="http://schemas.microsoft.com/office/drawing/2014/main" id="{D9E8DD6A-3ED5-470B-847C-F9BE1339CEA2}"/>
                  </a:ext>
                </a:extLst>
              </p:cNvPr>
              <p:cNvGrpSpPr/>
              <p:nvPr/>
            </p:nvGrpSpPr>
            <p:grpSpPr>
              <a:xfrm>
                <a:off x="5227214" y="4436145"/>
                <a:ext cx="139066" cy="139066"/>
                <a:chOff x="2428596" y="4353018"/>
                <a:chExt cx="139066" cy="139066"/>
              </a:xfrm>
            </p:grpSpPr>
            <p:sp>
              <p:nvSpPr>
                <p:cNvPr id="199" name="任意多边形: 形状 198">
                  <a:extLst>
                    <a:ext uri="{FF2B5EF4-FFF2-40B4-BE49-F238E27FC236}">
                      <a16:creationId xmlns:a16="http://schemas.microsoft.com/office/drawing/2014/main" id="{585C02E9-6BFC-48AA-8FE8-2DFAFB7ABF25}"/>
                    </a:ext>
                  </a:extLst>
                </p:cNvPr>
                <p:cNvSpPr/>
                <p:nvPr/>
              </p:nvSpPr>
              <p:spPr>
                <a:xfrm>
                  <a:off x="2428596" y="4353018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9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9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9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9"/>
                        <a:pt x="107938" y="0"/>
                        <a:pt x="69533" y="0"/>
                      </a:cubicBezTo>
                      <a:cubicBezTo>
                        <a:pt x="31128" y="0"/>
                        <a:pt x="0" y="31129"/>
                        <a:pt x="0" y="69533"/>
                      </a:cubicBezTo>
                      <a:cubicBezTo>
                        <a:pt x="0" y="105872"/>
                        <a:pt x="27899" y="135709"/>
                        <a:pt x="63463" y="138809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0" name="任意多边形: 形状 199">
                  <a:extLst>
                    <a:ext uri="{FF2B5EF4-FFF2-40B4-BE49-F238E27FC236}">
                      <a16:creationId xmlns:a16="http://schemas.microsoft.com/office/drawing/2014/main" id="{106DCE6B-E539-4592-8DA5-541FE1FE3299}"/>
                    </a:ext>
                  </a:extLst>
                </p:cNvPr>
                <p:cNvSpPr/>
                <p:nvPr/>
              </p:nvSpPr>
              <p:spPr>
                <a:xfrm>
                  <a:off x="2465838" y="4390304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1" name="图形 138">
                <a:extLst>
                  <a:ext uri="{FF2B5EF4-FFF2-40B4-BE49-F238E27FC236}">
                    <a16:creationId xmlns:a16="http://schemas.microsoft.com/office/drawing/2014/main" id="{EA0CD48B-AEB8-4D2F-96AF-BC19048D23B7}"/>
                  </a:ext>
                </a:extLst>
              </p:cNvPr>
              <p:cNvGrpSpPr/>
              <p:nvPr/>
            </p:nvGrpSpPr>
            <p:grpSpPr>
              <a:xfrm>
                <a:off x="7167948" y="4408246"/>
                <a:ext cx="139066" cy="139066"/>
                <a:chOff x="4369330" y="4325119"/>
                <a:chExt cx="139066" cy="139066"/>
              </a:xfrm>
            </p:grpSpPr>
            <p:sp>
              <p:nvSpPr>
                <p:cNvPr id="202" name="任意多边形: 形状 201">
                  <a:extLst>
                    <a:ext uri="{FF2B5EF4-FFF2-40B4-BE49-F238E27FC236}">
                      <a16:creationId xmlns:a16="http://schemas.microsoft.com/office/drawing/2014/main" id="{2C5B6816-FDCA-405F-AF98-742C4016BD01}"/>
                    </a:ext>
                  </a:extLst>
                </p:cNvPr>
                <p:cNvSpPr/>
                <p:nvPr/>
              </p:nvSpPr>
              <p:spPr>
                <a:xfrm>
                  <a:off x="4369330" y="4325119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8"/>
                        <a:pt x="107938" y="0"/>
                        <a:pt x="69533" y="0"/>
                      </a:cubicBezTo>
                      <a:cubicBezTo>
                        <a:pt x="31128" y="0"/>
                        <a:pt x="0" y="31128"/>
                        <a:pt x="0" y="69533"/>
                      </a:cubicBezTo>
                      <a:cubicBezTo>
                        <a:pt x="0" y="105872"/>
                        <a:pt x="27899" y="135709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3" name="任意多边形: 形状 202">
                  <a:extLst>
                    <a:ext uri="{FF2B5EF4-FFF2-40B4-BE49-F238E27FC236}">
                      <a16:creationId xmlns:a16="http://schemas.microsoft.com/office/drawing/2014/main" id="{00197749-D4B6-49EF-8776-21A9678D86C3}"/>
                    </a:ext>
                  </a:extLst>
                </p:cNvPr>
                <p:cNvSpPr/>
                <p:nvPr/>
              </p:nvSpPr>
              <p:spPr>
                <a:xfrm>
                  <a:off x="4406572" y="4362361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4" name="图形 138">
                <a:extLst>
                  <a:ext uri="{FF2B5EF4-FFF2-40B4-BE49-F238E27FC236}">
                    <a16:creationId xmlns:a16="http://schemas.microsoft.com/office/drawing/2014/main" id="{B2B81297-1EF5-408A-8BF0-5DA7E916FC67}"/>
                  </a:ext>
                </a:extLst>
              </p:cNvPr>
              <p:cNvGrpSpPr/>
              <p:nvPr/>
            </p:nvGrpSpPr>
            <p:grpSpPr>
              <a:xfrm>
                <a:off x="4389628" y="5526850"/>
                <a:ext cx="139066" cy="139066"/>
                <a:chOff x="1591010" y="5443723"/>
                <a:chExt cx="139066" cy="139066"/>
              </a:xfrm>
            </p:grpSpPr>
            <p:sp>
              <p:nvSpPr>
                <p:cNvPr id="205" name="任意多边形: 形状 204">
                  <a:extLst>
                    <a:ext uri="{FF2B5EF4-FFF2-40B4-BE49-F238E27FC236}">
                      <a16:creationId xmlns:a16="http://schemas.microsoft.com/office/drawing/2014/main" id="{18F95CDB-C2F4-4428-9AD6-38AC5C340620}"/>
                    </a:ext>
                  </a:extLst>
                </p:cNvPr>
                <p:cNvSpPr/>
                <p:nvPr/>
              </p:nvSpPr>
              <p:spPr>
                <a:xfrm>
                  <a:off x="1591010" y="5443723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8"/>
                        <a:pt x="107938" y="0"/>
                        <a:pt x="69533" y="0"/>
                      </a:cubicBezTo>
                      <a:cubicBezTo>
                        <a:pt x="31129" y="0"/>
                        <a:pt x="0" y="31128"/>
                        <a:pt x="0" y="69533"/>
                      </a:cubicBezTo>
                      <a:cubicBezTo>
                        <a:pt x="0" y="105871"/>
                        <a:pt x="27899" y="135709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6" name="任意多边形: 形状 205">
                  <a:extLst>
                    <a:ext uri="{FF2B5EF4-FFF2-40B4-BE49-F238E27FC236}">
                      <a16:creationId xmlns:a16="http://schemas.microsoft.com/office/drawing/2014/main" id="{933D5D2F-41F9-4950-A2F3-0FD1C51B3FE7}"/>
                    </a:ext>
                  </a:extLst>
                </p:cNvPr>
                <p:cNvSpPr/>
                <p:nvPr/>
              </p:nvSpPr>
              <p:spPr>
                <a:xfrm>
                  <a:off x="1628252" y="5481009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7" name="图形 138">
                <a:extLst>
                  <a:ext uri="{FF2B5EF4-FFF2-40B4-BE49-F238E27FC236}">
                    <a16:creationId xmlns:a16="http://schemas.microsoft.com/office/drawing/2014/main" id="{44570F08-82C5-4692-9A10-41CF491B0968}"/>
                  </a:ext>
                </a:extLst>
              </p:cNvPr>
              <p:cNvGrpSpPr/>
              <p:nvPr/>
            </p:nvGrpSpPr>
            <p:grpSpPr>
              <a:xfrm>
                <a:off x="7116368" y="5526850"/>
                <a:ext cx="139066" cy="139066"/>
                <a:chOff x="4317750" y="5443723"/>
                <a:chExt cx="139066" cy="139066"/>
              </a:xfrm>
            </p:grpSpPr>
            <p:sp>
              <p:nvSpPr>
                <p:cNvPr id="208" name="任意多边形: 形状 207">
                  <a:extLst>
                    <a:ext uri="{FF2B5EF4-FFF2-40B4-BE49-F238E27FC236}">
                      <a16:creationId xmlns:a16="http://schemas.microsoft.com/office/drawing/2014/main" id="{4ED63462-742C-4BF7-8AD1-2484BE7D1837}"/>
                    </a:ext>
                  </a:extLst>
                </p:cNvPr>
                <p:cNvSpPr/>
                <p:nvPr/>
              </p:nvSpPr>
              <p:spPr>
                <a:xfrm>
                  <a:off x="4317750" y="5443723"/>
                  <a:ext cx="139066" cy="139066"/>
                </a:xfrm>
                <a:custGeom>
                  <a:avLst/>
                  <a:gdLst>
                    <a:gd name="connsiteX0" fmla="*/ 63463 w 139066"/>
                    <a:gd name="connsiteY0" fmla="*/ 138808 h 139066"/>
                    <a:gd name="connsiteX1" fmla="*/ 69533 w 139066"/>
                    <a:gd name="connsiteY1" fmla="*/ 139067 h 139066"/>
                    <a:gd name="connsiteX2" fmla="*/ 139067 w 139066"/>
                    <a:gd name="connsiteY2" fmla="*/ 69533 h 139066"/>
                    <a:gd name="connsiteX3" fmla="*/ 69533 w 139066"/>
                    <a:gd name="connsiteY3" fmla="*/ 0 h 139066"/>
                    <a:gd name="connsiteX4" fmla="*/ 0 w 139066"/>
                    <a:gd name="connsiteY4" fmla="*/ 69533 h 139066"/>
                    <a:gd name="connsiteX5" fmla="*/ 63463 w 139066"/>
                    <a:gd name="connsiteY5" fmla="*/ 138808 h 139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066" h="139066">
                      <a:moveTo>
                        <a:pt x="63463" y="138808"/>
                      </a:moveTo>
                      <a:cubicBezTo>
                        <a:pt x="65443" y="138981"/>
                        <a:pt x="67467" y="139067"/>
                        <a:pt x="69533" y="139067"/>
                      </a:cubicBezTo>
                      <a:cubicBezTo>
                        <a:pt x="107938" y="139067"/>
                        <a:pt x="139067" y="107938"/>
                        <a:pt x="139067" y="69533"/>
                      </a:cubicBezTo>
                      <a:cubicBezTo>
                        <a:pt x="139067" y="31128"/>
                        <a:pt x="107938" y="0"/>
                        <a:pt x="69533" y="0"/>
                      </a:cubicBezTo>
                      <a:cubicBezTo>
                        <a:pt x="31128" y="0"/>
                        <a:pt x="0" y="31128"/>
                        <a:pt x="0" y="69533"/>
                      </a:cubicBezTo>
                      <a:cubicBezTo>
                        <a:pt x="0" y="105871"/>
                        <a:pt x="27899" y="135709"/>
                        <a:pt x="63463" y="138808"/>
                      </a:cubicBezTo>
                    </a:path>
                  </a:pathLst>
                </a:custGeom>
                <a:noFill/>
                <a:ln w="12885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9" name="任意多边形: 形状 208">
                  <a:extLst>
                    <a:ext uri="{FF2B5EF4-FFF2-40B4-BE49-F238E27FC236}">
                      <a16:creationId xmlns:a16="http://schemas.microsoft.com/office/drawing/2014/main" id="{D14ED8ED-0238-4A71-B12B-E72D029FE0EF}"/>
                    </a:ext>
                  </a:extLst>
                </p:cNvPr>
                <p:cNvSpPr/>
                <p:nvPr/>
              </p:nvSpPr>
              <p:spPr>
                <a:xfrm>
                  <a:off x="4354993" y="5481009"/>
                  <a:ext cx="64582" cy="64582"/>
                </a:xfrm>
                <a:custGeom>
                  <a:avLst/>
                  <a:gdLst>
                    <a:gd name="connsiteX0" fmla="*/ 64582 w 64582"/>
                    <a:gd name="connsiteY0" fmla="*/ 32291 h 64582"/>
                    <a:gd name="connsiteX1" fmla="*/ 32291 w 64582"/>
                    <a:gd name="connsiteY1" fmla="*/ 64582 h 64582"/>
                    <a:gd name="connsiteX2" fmla="*/ 0 w 64582"/>
                    <a:gd name="connsiteY2" fmla="*/ 32291 h 64582"/>
                    <a:gd name="connsiteX3" fmla="*/ 32291 w 64582"/>
                    <a:gd name="connsiteY3" fmla="*/ 0 h 64582"/>
                    <a:gd name="connsiteX4" fmla="*/ 64582 w 64582"/>
                    <a:gd name="connsiteY4" fmla="*/ 32291 h 6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582" h="64582">
                      <a:moveTo>
                        <a:pt x="64582" y="32291"/>
                      </a:moveTo>
                      <a:cubicBezTo>
                        <a:pt x="64582" y="50125"/>
                        <a:pt x="50125" y="64582"/>
                        <a:pt x="32291" y="64582"/>
                      </a:cubicBezTo>
                      <a:cubicBezTo>
                        <a:pt x="14457" y="64582"/>
                        <a:pt x="0" y="50125"/>
                        <a:pt x="0" y="32291"/>
                      </a:cubicBezTo>
                      <a:cubicBezTo>
                        <a:pt x="0" y="14457"/>
                        <a:pt x="14457" y="0"/>
                        <a:pt x="32291" y="0"/>
                      </a:cubicBezTo>
                      <a:cubicBezTo>
                        <a:pt x="50125" y="0"/>
                        <a:pt x="64582" y="14457"/>
                        <a:pt x="64582" y="3229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3049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1" name="文本框 210">
                    <a:extLst>
                      <a:ext uri="{FF2B5EF4-FFF2-40B4-BE49-F238E27FC236}">
                        <a16:creationId xmlns:a16="http://schemas.microsoft.com/office/drawing/2014/main" id="{F2A02EAE-DA6E-4AEC-9853-B5F32970ADC9}"/>
                      </a:ext>
                    </a:extLst>
                  </p:cNvPr>
                  <p:cNvSpPr txBox="1"/>
                  <p:nvPr/>
                </p:nvSpPr>
                <p:spPr>
                  <a:xfrm>
                    <a:off x="4824566" y="4927879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1" name="文本框 210">
                    <a:extLst>
                      <a:ext uri="{FF2B5EF4-FFF2-40B4-BE49-F238E27FC236}">
                        <a16:creationId xmlns:a16="http://schemas.microsoft.com/office/drawing/2014/main" id="{F2A02EAE-DA6E-4AEC-9853-B5F32970AD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24566" y="4927879"/>
                    <a:ext cx="342931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3" name="文本框 212">
                    <a:extLst>
                      <a:ext uri="{FF2B5EF4-FFF2-40B4-BE49-F238E27FC236}">
                        <a16:creationId xmlns:a16="http://schemas.microsoft.com/office/drawing/2014/main" id="{69E909B5-8811-497A-B0BB-A5E783C527D7}"/>
                      </a:ext>
                    </a:extLst>
                  </p:cNvPr>
                  <p:cNvSpPr txBox="1"/>
                  <p:nvPr/>
                </p:nvSpPr>
                <p:spPr>
                  <a:xfrm>
                    <a:off x="6307781" y="5185314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3" name="文本框 212">
                    <a:extLst>
                      <a:ext uri="{FF2B5EF4-FFF2-40B4-BE49-F238E27FC236}">
                        <a16:creationId xmlns:a16="http://schemas.microsoft.com/office/drawing/2014/main" id="{69E909B5-8811-497A-B0BB-A5E783C527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7781" y="5185314"/>
                    <a:ext cx="342931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文本框 215">
                    <a:extLst>
                      <a:ext uri="{FF2B5EF4-FFF2-40B4-BE49-F238E27FC236}">
                        <a16:creationId xmlns:a16="http://schemas.microsoft.com/office/drawing/2014/main" id="{7981D173-3EB4-47D2-9764-294781139818}"/>
                      </a:ext>
                    </a:extLst>
                  </p:cNvPr>
                  <p:cNvSpPr txBox="1"/>
                  <p:nvPr/>
                </p:nvSpPr>
                <p:spPr>
                  <a:xfrm>
                    <a:off x="6886670" y="1201207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6" name="文本框 215">
                    <a:extLst>
                      <a:ext uri="{FF2B5EF4-FFF2-40B4-BE49-F238E27FC236}">
                        <a16:creationId xmlns:a16="http://schemas.microsoft.com/office/drawing/2014/main" id="{7981D173-3EB4-47D2-9764-2947811398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6670" y="1201207"/>
                    <a:ext cx="34293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AE081966-0DCE-48EA-A6B0-F7E87AF435E1}"/>
                      </a:ext>
                    </a:extLst>
                  </p:cNvPr>
                  <p:cNvSpPr txBox="1"/>
                  <p:nvPr/>
                </p:nvSpPr>
                <p:spPr>
                  <a:xfrm>
                    <a:off x="5320035" y="907814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AE081966-0DCE-48EA-A6B0-F7E87AF435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20035" y="907814"/>
                    <a:ext cx="34293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文本框 219">
                    <a:extLst>
                      <a:ext uri="{FF2B5EF4-FFF2-40B4-BE49-F238E27FC236}">
                        <a16:creationId xmlns:a16="http://schemas.microsoft.com/office/drawing/2014/main" id="{69F2A9FC-F788-4307-ABF4-3FB8F6A74FDF}"/>
                      </a:ext>
                    </a:extLst>
                  </p:cNvPr>
                  <p:cNvSpPr txBox="1"/>
                  <p:nvPr/>
                </p:nvSpPr>
                <p:spPr>
                  <a:xfrm>
                    <a:off x="4828054" y="3038058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20" name="文本框 219">
                    <a:extLst>
                      <a:ext uri="{FF2B5EF4-FFF2-40B4-BE49-F238E27FC236}">
                        <a16:creationId xmlns:a16="http://schemas.microsoft.com/office/drawing/2014/main" id="{69F2A9FC-F788-4307-ABF4-3FB8F6A74F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28054" y="3038058"/>
                    <a:ext cx="34293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1" name="文本框 220">
                    <a:extLst>
                      <a:ext uri="{FF2B5EF4-FFF2-40B4-BE49-F238E27FC236}">
                        <a16:creationId xmlns:a16="http://schemas.microsoft.com/office/drawing/2014/main" id="{C24DF38D-C53E-473C-A788-020D6F7B1584}"/>
                      </a:ext>
                    </a:extLst>
                  </p:cNvPr>
                  <p:cNvSpPr txBox="1"/>
                  <p:nvPr/>
                </p:nvSpPr>
                <p:spPr>
                  <a:xfrm>
                    <a:off x="6641968" y="3478578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21" name="文本框 220">
                    <a:extLst>
                      <a:ext uri="{FF2B5EF4-FFF2-40B4-BE49-F238E27FC236}">
                        <a16:creationId xmlns:a16="http://schemas.microsoft.com/office/drawing/2014/main" id="{C24DF38D-C53E-473C-A788-020D6F7B15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41968" y="3478578"/>
                    <a:ext cx="34293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571" r="-1786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文本框 224">
                    <a:extLst>
                      <a:ext uri="{FF2B5EF4-FFF2-40B4-BE49-F238E27FC236}">
                        <a16:creationId xmlns:a16="http://schemas.microsoft.com/office/drawing/2014/main" id="{84AA1826-D519-475E-B415-7B55510C0C38}"/>
                      </a:ext>
                    </a:extLst>
                  </p:cNvPr>
                  <p:cNvSpPr txBox="1"/>
                  <p:nvPr/>
                </p:nvSpPr>
                <p:spPr>
                  <a:xfrm>
                    <a:off x="5016389" y="2665457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25" name="文本框 224">
                    <a:extLst>
                      <a:ext uri="{FF2B5EF4-FFF2-40B4-BE49-F238E27FC236}">
                        <a16:creationId xmlns:a16="http://schemas.microsoft.com/office/drawing/2014/main" id="{84AA1826-D519-475E-B415-7B55510C0C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6389" y="2665457"/>
                    <a:ext cx="34293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71" r="-1786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6" name="文本框 225">
                    <a:extLst>
                      <a:ext uri="{FF2B5EF4-FFF2-40B4-BE49-F238E27FC236}">
                        <a16:creationId xmlns:a16="http://schemas.microsoft.com/office/drawing/2014/main" id="{8487AEA1-D344-4C5D-8A8D-631677063531}"/>
                      </a:ext>
                    </a:extLst>
                  </p:cNvPr>
                  <p:cNvSpPr txBox="1"/>
                  <p:nvPr/>
                </p:nvSpPr>
                <p:spPr>
                  <a:xfrm>
                    <a:off x="6772383" y="3132998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26" name="文本框 225">
                    <a:extLst>
                      <a:ext uri="{FF2B5EF4-FFF2-40B4-BE49-F238E27FC236}">
                        <a16:creationId xmlns:a16="http://schemas.microsoft.com/office/drawing/2014/main" id="{8487AEA1-D344-4C5D-8A8D-6316770635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2383" y="3132998"/>
                    <a:ext cx="34293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7" name="文本框 226">
                    <a:extLst>
                      <a:ext uri="{FF2B5EF4-FFF2-40B4-BE49-F238E27FC236}">
                        <a16:creationId xmlns:a16="http://schemas.microsoft.com/office/drawing/2014/main" id="{9EA36BE9-6668-4B4F-9B8D-CD1578E7435D}"/>
                      </a:ext>
                    </a:extLst>
                  </p:cNvPr>
                  <p:cNvSpPr txBox="1"/>
                  <p:nvPr/>
                </p:nvSpPr>
                <p:spPr>
                  <a:xfrm>
                    <a:off x="3993282" y="5517705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27" name="文本框 226">
                    <a:extLst>
                      <a:ext uri="{FF2B5EF4-FFF2-40B4-BE49-F238E27FC236}">
                        <a16:creationId xmlns:a16="http://schemas.microsoft.com/office/drawing/2014/main" id="{9EA36BE9-6668-4B4F-9B8D-CD1578E743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3282" y="5517705"/>
                    <a:ext cx="34293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7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文本框 227">
                    <a:extLst>
                      <a:ext uri="{FF2B5EF4-FFF2-40B4-BE49-F238E27FC236}">
                        <a16:creationId xmlns:a16="http://schemas.microsoft.com/office/drawing/2014/main" id="{87B8C750-6E8A-4390-BB15-C7540A159E72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38" y="729561"/>
                    <a:ext cx="61220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28" name="文本框 227">
                    <a:extLst>
                      <a:ext uri="{FF2B5EF4-FFF2-40B4-BE49-F238E27FC236}">
                        <a16:creationId xmlns:a16="http://schemas.microsoft.com/office/drawing/2014/main" id="{87B8C750-6E8A-4390-BB15-C7540A159E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38" y="729561"/>
                    <a:ext cx="612203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9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9" name="文本框 228">
                    <a:extLst>
                      <a:ext uri="{FF2B5EF4-FFF2-40B4-BE49-F238E27FC236}">
                        <a16:creationId xmlns:a16="http://schemas.microsoft.com/office/drawing/2014/main" id="{736983D6-65F5-4892-8FCD-CF40228C634E}"/>
                      </a:ext>
                    </a:extLst>
                  </p:cNvPr>
                  <p:cNvSpPr txBox="1"/>
                  <p:nvPr/>
                </p:nvSpPr>
                <p:spPr>
                  <a:xfrm>
                    <a:off x="6903311" y="5618775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29" name="文本框 228">
                    <a:extLst>
                      <a:ext uri="{FF2B5EF4-FFF2-40B4-BE49-F238E27FC236}">
                        <a16:creationId xmlns:a16="http://schemas.microsoft.com/office/drawing/2014/main" id="{736983D6-65F5-4892-8FCD-CF40228C63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3311" y="5618775"/>
                    <a:ext cx="342931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60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0" name="文本框 229">
                    <a:extLst>
                      <a:ext uri="{FF2B5EF4-FFF2-40B4-BE49-F238E27FC236}">
                        <a16:creationId xmlns:a16="http://schemas.microsoft.com/office/drawing/2014/main" id="{DBCC5AE8-0204-4E68-8A75-D65918B210F7}"/>
                      </a:ext>
                    </a:extLst>
                  </p:cNvPr>
                  <p:cNvSpPr txBox="1"/>
                  <p:nvPr/>
                </p:nvSpPr>
                <p:spPr>
                  <a:xfrm>
                    <a:off x="4096360" y="729561"/>
                    <a:ext cx="6571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30" name="文本框 229">
                    <a:extLst>
                      <a:ext uri="{FF2B5EF4-FFF2-40B4-BE49-F238E27FC236}">
                        <a16:creationId xmlns:a16="http://schemas.microsoft.com/office/drawing/2014/main" id="{DBCC5AE8-0204-4E68-8A75-D65918B210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6360" y="729561"/>
                    <a:ext cx="657143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1" name="文本框 230">
                    <a:extLst>
                      <a:ext uri="{FF2B5EF4-FFF2-40B4-BE49-F238E27FC236}">
                        <a16:creationId xmlns:a16="http://schemas.microsoft.com/office/drawing/2014/main" id="{D33AD7F9-D03E-4E25-8CA0-655BC1C8EF7C}"/>
                      </a:ext>
                    </a:extLst>
                  </p:cNvPr>
                  <p:cNvSpPr txBox="1"/>
                  <p:nvPr/>
                </p:nvSpPr>
                <p:spPr>
                  <a:xfrm>
                    <a:off x="4842023" y="4264585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31" name="文本框 230">
                    <a:extLst>
                      <a:ext uri="{FF2B5EF4-FFF2-40B4-BE49-F238E27FC236}">
                        <a16:creationId xmlns:a16="http://schemas.microsoft.com/office/drawing/2014/main" id="{D33AD7F9-D03E-4E25-8CA0-655BC1C8EF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2023" y="4264585"/>
                    <a:ext cx="342931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05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2" name="文本框 231">
                    <a:extLst>
                      <a:ext uri="{FF2B5EF4-FFF2-40B4-BE49-F238E27FC236}">
                        <a16:creationId xmlns:a16="http://schemas.microsoft.com/office/drawing/2014/main" id="{50F41D25-38C9-4662-B51F-1F22DCB9596B}"/>
                      </a:ext>
                    </a:extLst>
                  </p:cNvPr>
                  <p:cNvSpPr txBox="1"/>
                  <p:nvPr/>
                </p:nvSpPr>
                <p:spPr>
                  <a:xfrm>
                    <a:off x="6730758" y="1737381"/>
                    <a:ext cx="6028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32" name="文本框 231">
                    <a:extLst>
                      <a:ext uri="{FF2B5EF4-FFF2-40B4-BE49-F238E27FC236}">
                        <a16:creationId xmlns:a16="http://schemas.microsoft.com/office/drawing/2014/main" id="{50F41D25-38C9-4662-B51F-1F22DCB959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0758" y="1737381"/>
                    <a:ext cx="602814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4" name="文本框 233">
                    <a:extLst>
                      <a:ext uri="{FF2B5EF4-FFF2-40B4-BE49-F238E27FC236}">
                        <a16:creationId xmlns:a16="http://schemas.microsoft.com/office/drawing/2014/main" id="{10B08652-93E3-46BC-BC0C-9DAD70334E08}"/>
                      </a:ext>
                    </a:extLst>
                  </p:cNvPr>
                  <p:cNvSpPr txBox="1"/>
                  <p:nvPr/>
                </p:nvSpPr>
                <p:spPr>
                  <a:xfrm>
                    <a:off x="7335418" y="3601148"/>
                    <a:ext cx="115571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34" name="文本框 233">
                    <a:extLst>
                      <a:ext uri="{FF2B5EF4-FFF2-40B4-BE49-F238E27FC236}">
                        <a16:creationId xmlns:a16="http://schemas.microsoft.com/office/drawing/2014/main" id="{10B08652-93E3-46BC-BC0C-9DAD70334E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5418" y="3601148"/>
                    <a:ext cx="1155717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5" name="文本框 234">
                    <a:extLst>
                      <a:ext uri="{FF2B5EF4-FFF2-40B4-BE49-F238E27FC236}">
                        <a16:creationId xmlns:a16="http://schemas.microsoft.com/office/drawing/2014/main" id="{EA9C73C5-FE0D-464D-9E13-61D53EBD00D8}"/>
                      </a:ext>
                    </a:extLst>
                  </p:cNvPr>
                  <p:cNvSpPr txBox="1"/>
                  <p:nvPr/>
                </p:nvSpPr>
                <p:spPr>
                  <a:xfrm>
                    <a:off x="3553291" y="2552512"/>
                    <a:ext cx="115571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35" name="文本框 234">
                    <a:extLst>
                      <a:ext uri="{FF2B5EF4-FFF2-40B4-BE49-F238E27FC236}">
                        <a16:creationId xmlns:a16="http://schemas.microsoft.com/office/drawing/2014/main" id="{EA9C73C5-FE0D-464D-9E13-61D53EBD00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291" y="2552512"/>
                    <a:ext cx="1155717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7" name="文本框 236">
                    <a:extLst>
                      <a:ext uri="{FF2B5EF4-FFF2-40B4-BE49-F238E27FC236}">
                        <a16:creationId xmlns:a16="http://schemas.microsoft.com/office/drawing/2014/main" id="{224EA2DF-919B-407B-A16D-0004F4DB839A}"/>
                      </a:ext>
                    </a:extLst>
                  </p:cNvPr>
                  <p:cNvSpPr txBox="1"/>
                  <p:nvPr/>
                </p:nvSpPr>
                <p:spPr>
                  <a:xfrm>
                    <a:off x="4173794" y="3471103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37" name="文本框 236">
                    <a:extLst>
                      <a:ext uri="{FF2B5EF4-FFF2-40B4-BE49-F238E27FC236}">
                        <a16:creationId xmlns:a16="http://schemas.microsoft.com/office/drawing/2014/main" id="{224EA2DF-919B-407B-A16D-0004F4DB8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3794" y="3471103"/>
                    <a:ext cx="342931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0" name="文本框 239">
                    <a:extLst>
                      <a:ext uri="{FF2B5EF4-FFF2-40B4-BE49-F238E27FC236}">
                        <a16:creationId xmlns:a16="http://schemas.microsoft.com/office/drawing/2014/main" id="{F5B8111D-1890-4049-BE77-75E8D51E6E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90653" y="1692071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0" name="文本框 239">
                    <a:extLst>
                      <a:ext uri="{FF2B5EF4-FFF2-40B4-BE49-F238E27FC236}">
                        <a16:creationId xmlns:a16="http://schemas.microsoft.com/office/drawing/2014/main" id="{F5B8111D-1890-4049-BE77-75E8D51E6E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0653" y="1692071"/>
                    <a:ext cx="34293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157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1" name="文本框 240">
                    <a:extLst>
                      <a:ext uri="{FF2B5EF4-FFF2-40B4-BE49-F238E27FC236}">
                        <a16:creationId xmlns:a16="http://schemas.microsoft.com/office/drawing/2014/main" id="{A3508856-51CD-4164-B46C-F887B585485C}"/>
                      </a:ext>
                    </a:extLst>
                  </p:cNvPr>
                  <p:cNvSpPr txBox="1"/>
                  <p:nvPr/>
                </p:nvSpPr>
                <p:spPr>
                  <a:xfrm>
                    <a:off x="7443470" y="2630333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1" name="文本框 240">
                    <a:extLst>
                      <a:ext uri="{FF2B5EF4-FFF2-40B4-BE49-F238E27FC236}">
                        <a16:creationId xmlns:a16="http://schemas.microsoft.com/office/drawing/2014/main" id="{A3508856-51CD-4164-B46C-F887B58548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3470" y="2630333"/>
                    <a:ext cx="342931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17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2" name="文本框 241">
                    <a:extLst>
                      <a:ext uri="{FF2B5EF4-FFF2-40B4-BE49-F238E27FC236}">
                        <a16:creationId xmlns:a16="http://schemas.microsoft.com/office/drawing/2014/main" id="{B4BD40BC-30FD-4F9D-8963-6660F19D8810}"/>
                      </a:ext>
                    </a:extLst>
                  </p:cNvPr>
                  <p:cNvSpPr txBox="1"/>
                  <p:nvPr/>
                </p:nvSpPr>
                <p:spPr>
                  <a:xfrm>
                    <a:off x="7235759" y="4445488"/>
                    <a:ext cx="34293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2" name="文本框 241">
                    <a:extLst>
                      <a:ext uri="{FF2B5EF4-FFF2-40B4-BE49-F238E27FC236}">
                        <a16:creationId xmlns:a16="http://schemas.microsoft.com/office/drawing/2014/main" id="{B4BD40BC-30FD-4F9D-8963-6660F19D88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35759" y="4445488"/>
                    <a:ext cx="342931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178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04993475-75F0-41BC-9681-7C652F285421}"/>
                      </a:ext>
                    </a:extLst>
                  </p:cNvPr>
                  <p:cNvSpPr txBox="1"/>
                  <p:nvPr/>
                </p:nvSpPr>
                <p:spPr>
                  <a:xfrm>
                    <a:off x="3764863" y="2972679"/>
                    <a:ext cx="342931" cy="4215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04993475-75F0-41BC-9681-7C652F2854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4863" y="2972679"/>
                    <a:ext cx="342931" cy="421526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16071" b="-869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97D1CBE3-9509-4EB9-9731-64B4E300B4EE}"/>
                      </a:ext>
                    </a:extLst>
                  </p:cNvPr>
                  <p:cNvSpPr txBox="1"/>
                  <p:nvPr/>
                </p:nvSpPr>
                <p:spPr>
                  <a:xfrm>
                    <a:off x="6761002" y="3836544"/>
                    <a:ext cx="342931" cy="4215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97D1CBE3-9509-4EB9-9731-64B4E300B4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61002" y="3836544"/>
                    <a:ext cx="342931" cy="421526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r="-17857" b="-869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5" name="文本框 244">
                    <a:extLst>
                      <a:ext uri="{FF2B5EF4-FFF2-40B4-BE49-F238E27FC236}">
                        <a16:creationId xmlns:a16="http://schemas.microsoft.com/office/drawing/2014/main" id="{1D2D3796-6F39-4E00-90D8-03779883CA0E}"/>
                      </a:ext>
                    </a:extLst>
                  </p:cNvPr>
                  <p:cNvSpPr txBox="1"/>
                  <p:nvPr/>
                </p:nvSpPr>
                <p:spPr>
                  <a:xfrm>
                    <a:off x="7875143" y="3185412"/>
                    <a:ext cx="342931" cy="4215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5" name="文本框 244">
                    <a:extLst>
                      <a:ext uri="{FF2B5EF4-FFF2-40B4-BE49-F238E27FC236}">
                        <a16:creationId xmlns:a16="http://schemas.microsoft.com/office/drawing/2014/main" id="{1D2D3796-6F39-4E00-90D8-03779883CA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5143" y="3185412"/>
                    <a:ext cx="342931" cy="421526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16071" b="-71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" name="文本框 245">
                    <a:extLst>
                      <a:ext uri="{FF2B5EF4-FFF2-40B4-BE49-F238E27FC236}">
                        <a16:creationId xmlns:a16="http://schemas.microsoft.com/office/drawing/2014/main" id="{5211B472-5E63-4F29-8C49-EA6FF34EFBF0}"/>
                      </a:ext>
                    </a:extLst>
                  </p:cNvPr>
                  <p:cNvSpPr txBox="1"/>
                  <p:nvPr/>
                </p:nvSpPr>
                <p:spPr>
                  <a:xfrm>
                    <a:off x="4767757" y="2351274"/>
                    <a:ext cx="342931" cy="4215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46" name="文本框 245">
                    <a:extLst>
                      <a:ext uri="{FF2B5EF4-FFF2-40B4-BE49-F238E27FC236}">
                        <a16:creationId xmlns:a16="http://schemas.microsoft.com/office/drawing/2014/main" id="{5211B472-5E63-4F29-8C49-EA6FF34EF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67757" y="2351274"/>
                    <a:ext cx="342931" cy="421526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17857" b="-869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6E9B213-4620-4FD3-AB46-79C04852C55A}"/>
                  </a:ext>
                </a:extLst>
              </p:cNvPr>
              <p:cNvSpPr txBox="1"/>
              <p:nvPr/>
            </p:nvSpPr>
            <p:spPr>
              <a:xfrm>
                <a:off x="429573" y="322494"/>
                <a:ext cx="4013471" cy="3449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𝐵𝐶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6E9B213-4620-4FD3-AB46-79C04852C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73" y="322494"/>
                <a:ext cx="4013471" cy="344966"/>
              </a:xfrm>
              <a:prstGeom prst="rect">
                <a:avLst/>
              </a:prstGeom>
              <a:blipFill>
                <a:blip r:embed="rId26"/>
                <a:stretch>
                  <a:fillRect l="-152" r="-152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BA8B823-ECC1-4AC2-BA29-DE6460BE7F30}"/>
                  </a:ext>
                </a:extLst>
              </p:cNvPr>
              <p:cNvSpPr txBox="1"/>
              <p:nvPr/>
            </p:nvSpPr>
            <p:spPr>
              <a:xfrm>
                <a:off x="427344" y="660748"/>
                <a:ext cx="263661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𝐴𝐶𝐵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unc>
                                <m:func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BA8B823-ECC1-4AC2-BA29-DE6460BE7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44" y="660748"/>
                <a:ext cx="2636619" cy="5203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7EE3E96E-9CC4-4482-83BB-9CA1E190400E}"/>
                  </a:ext>
                </a:extLst>
              </p:cNvPr>
              <p:cNvSpPr txBox="1"/>
              <p:nvPr/>
            </p:nvSpPr>
            <p:spPr>
              <a:xfrm>
                <a:off x="3352767" y="656303"/>
                <a:ext cx="263251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𝐶𝐴𝐵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unc>
                                <m:func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7EE3E96E-9CC4-4482-83BB-9CA1E1904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767" y="656303"/>
                <a:ext cx="2632516" cy="5203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6A41E12D-B6F8-454D-8DD4-152A23D5C38F}"/>
                  </a:ext>
                </a:extLst>
              </p:cNvPr>
              <p:cNvSpPr txBox="1"/>
              <p:nvPr/>
            </p:nvSpPr>
            <p:spPr>
              <a:xfrm>
                <a:off x="423608" y="1196901"/>
                <a:ext cx="1960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𝐶𝐴𝐸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𝐶𝐴𝐵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6A41E12D-B6F8-454D-8DD4-152A23D5C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08" y="1196901"/>
                <a:ext cx="1960024" cy="276999"/>
              </a:xfrm>
              <a:prstGeom prst="rect">
                <a:avLst/>
              </a:prstGeom>
              <a:blipFill>
                <a:blip r:embed="rId29"/>
                <a:stretch>
                  <a:fillRect l="-1242" r="-2174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43CAD18A-C161-45B0-9231-C54F895FF5C3}"/>
                  </a:ext>
                </a:extLst>
              </p:cNvPr>
              <p:cNvSpPr txBox="1"/>
              <p:nvPr/>
            </p:nvSpPr>
            <p:spPr>
              <a:xfrm>
                <a:off x="423608" y="1560221"/>
                <a:ext cx="4365298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𝐴𝐸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𝐴𝐶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𝐶𝐴𝐸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43CAD18A-C161-45B0-9231-C54F895FF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08" y="1560221"/>
                <a:ext cx="4365298" cy="343107"/>
              </a:xfrm>
              <a:prstGeom prst="rect">
                <a:avLst/>
              </a:prstGeom>
              <a:blipFill>
                <a:blip r:embed="rId30"/>
                <a:stretch>
                  <a:fillRect l="-697" r="-558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298F6AED-6BEE-4B4A-8BFA-FEAAC19A22D2}"/>
                  </a:ext>
                </a:extLst>
              </p:cNvPr>
              <p:cNvSpPr txBox="1"/>
              <p:nvPr/>
            </p:nvSpPr>
            <p:spPr>
              <a:xfrm>
                <a:off x="429573" y="1891763"/>
                <a:ext cx="3053528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𝐴𝐶𝐸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𝐴𝐸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unc>
                                <m:func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∠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𝐶𝐴𝐸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𝐶𝐸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298F6AED-6BEE-4B4A-8BFA-FEAAC19A2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73" y="1891763"/>
                <a:ext cx="3053528" cy="5203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C01E9AE3-BC09-4C6D-9F05-FEB7EACE7C29}"/>
                  </a:ext>
                </a:extLst>
              </p:cNvPr>
              <p:cNvSpPr txBox="1"/>
              <p:nvPr/>
            </p:nvSpPr>
            <p:spPr>
              <a:xfrm>
                <a:off x="434930" y="2412162"/>
                <a:ext cx="350179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𝐷𝐶𝐸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𝐶𝐷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𝐶𝐸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𝐷𝐸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𝐶𝐷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𝐶𝐸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C01E9AE3-BC09-4C6D-9F05-FEB7EACE7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30" y="2412162"/>
                <a:ext cx="3501792" cy="553998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D1F490C8-FDB4-4263-A15F-C66BE8CA90BA}"/>
                  </a:ext>
                </a:extLst>
              </p:cNvPr>
              <p:cNvSpPr txBox="1"/>
              <p:nvPr/>
            </p:nvSpPr>
            <p:spPr>
              <a:xfrm>
                <a:off x="434930" y="3011420"/>
                <a:ext cx="38482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𝐵𝐶𝐷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𝐴𝐶𝐵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𝐴𝐶𝐸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𝐷𝐶𝐸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D1F490C8-FDB4-4263-A15F-C66BE8CA9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30" y="3011420"/>
                <a:ext cx="3848298" cy="276999"/>
              </a:xfrm>
              <a:prstGeom prst="rect">
                <a:avLst/>
              </a:prstGeom>
              <a:blipFill>
                <a:blip r:embed="rId33"/>
                <a:stretch>
                  <a:fillRect l="-633" r="-791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8A709B75-8E54-4BC0-8FCE-FD912D142A13}"/>
                  </a:ext>
                </a:extLst>
              </p:cNvPr>
              <p:cNvSpPr txBox="1"/>
              <p:nvPr/>
            </p:nvSpPr>
            <p:spPr>
              <a:xfrm>
                <a:off x="434930" y="3382977"/>
                <a:ext cx="4584397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𝐶𝐷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𝐵𝐶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𝐶𝐷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𝐵𝐶𝐷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8A709B75-8E54-4BC0-8FCE-FD912D142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30" y="3382977"/>
                <a:ext cx="4584397" cy="343107"/>
              </a:xfrm>
              <a:prstGeom prst="rect">
                <a:avLst/>
              </a:prstGeom>
              <a:blipFill>
                <a:blip r:embed="rId34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583F7F14-5B32-43B7-B78C-5441D866B3BF}"/>
                  </a:ext>
                </a:extLst>
              </p:cNvPr>
              <p:cNvSpPr txBox="1"/>
              <p:nvPr/>
            </p:nvSpPr>
            <p:spPr>
              <a:xfrm>
                <a:off x="428680" y="3726084"/>
                <a:ext cx="3099503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𝐶𝐵𝐷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𝐶𝐷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unc>
                                <m:func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∠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𝐵𝐶𝐷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𝐵𝐷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583F7F14-5B32-43B7-B78C-5441D866B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80" y="3726084"/>
                <a:ext cx="3099503" cy="51860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C8DBD53D-4914-4292-9CB3-11346111550B}"/>
                  </a:ext>
                </a:extLst>
              </p:cNvPr>
              <p:cNvSpPr txBox="1"/>
              <p:nvPr/>
            </p:nvSpPr>
            <p:spPr>
              <a:xfrm>
                <a:off x="428680" y="4307724"/>
                <a:ext cx="24679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𝐷𝐵𝐻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𝐶𝐵𝐷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C8DBD53D-4914-4292-9CB3-113461115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80" y="4307724"/>
                <a:ext cx="2467920" cy="276999"/>
              </a:xfrm>
              <a:prstGeom prst="rect">
                <a:avLst/>
              </a:prstGeom>
              <a:blipFill>
                <a:blip r:embed="rId36"/>
                <a:stretch>
                  <a:fillRect l="-988" r="-1728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1919D86-2944-4FCB-B8DA-8DC9C1046A26}"/>
                  </a:ext>
                </a:extLst>
              </p:cNvPr>
              <p:cNvSpPr txBox="1"/>
              <p:nvPr/>
            </p:nvSpPr>
            <p:spPr>
              <a:xfrm>
                <a:off x="434930" y="4709708"/>
                <a:ext cx="2687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𝐷𝐵𝐻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1919D86-2944-4FCB-B8DA-8DC9C1046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30" y="4709708"/>
                <a:ext cx="2687274" cy="276999"/>
              </a:xfrm>
              <a:prstGeom prst="rect">
                <a:avLst/>
              </a:prstGeom>
              <a:blipFill>
                <a:blip r:embed="rId37"/>
                <a:stretch>
                  <a:fillRect l="-680" r="-1361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9F0677D5-C9F3-470F-A49E-1E6E8748679D}"/>
                  </a:ext>
                </a:extLst>
              </p:cNvPr>
              <p:cNvSpPr txBox="1"/>
              <p:nvPr/>
            </p:nvSpPr>
            <p:spPr>
              <a:xfrm>
                <a:off x="3306430" y="4690144"/>
                <a:ext cx="2078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𝐷𝐵𝐻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9F0677D5-C9F3-470F-A49E-1E6E87486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430" y="4690144"/>
                <a:ext cx="2078389" cy="276999"/>
              </a:xfrm>
              <a:prstGeom prst="rect">
                <a:avLst/>
              </a:prstGeom>
              <a:blipFill>
                <a:blip r:embed="rId38"/>
                <a:stretch>
                  <a:fillRect l="-2053" r="-2053"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C7680AC5-448E-4CA1-A50B-AA32F00B297D}"/>
              </a:ext>
            </a:extLst>
          </p:cNvPr>
          <p:cNvCxnSpPr>
            <a:cxnSpLocks/>
            <a:stCxn id="209" idx="0"/>
          </p:cNvCxnSpPr>
          <p:nvPr/>
        </p:nvCxnSpPr>
        <p:spPr>
          <a:xfrm>
            <a:off x="10919058" y="5193590"/>
            <a:ext cx="98853" cy="2152"/>
          </a:xfrm>
          <a:prstGeom prst="line">
            <a:avLst/>
          </a:prstGeom>
          <a:ln w="15875" cap="rnd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1BC7FB46-A1A5-425E-936E-E17C4EC057D0}"/>
                  </a:ext>
                </a:extLst>
              </p:cNvPr>
              <p:cNvSpPr txBox="1"/>
              <p:nvPr/>
            </p:nvSpPr>
            <p:spPr>
              <a:xfrm>
                <a:off x="10980670" y="5144221"/>
                <a:ext cx="342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1BC7FB46-A1A5-425E-936E-E17C4EC05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670" y="5144221"/>
                <a:ext cx="342931" cy="369332"/>
              </a:xfrm>
              <a:prstGeom prst="rect">
                <a:avLst/>
              </a:prstGeom>
              <a:blipFill>
                <a:blip r:embed="rId39"/>
                <a:stretch>
                  <a:fillRect r="-19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E445823D-A27D-4D68-AC31-1F68E925EF0E}"/>
              </a:ext>
            </a:extLst>
          </p:cNvPr>
          <p:cNvSpPr/>
          <p:nvPr/>
        </p:nvSpPr>
        <p:spPr>
          <a:xfrm>
            <a:off x="10984070" y="5165864"/>
            <a:ext cx="64582" cy="64582"/>
          </a:xfrm>
          <a:custGeom>
            <a:avLst/>
            <a:gdLst>
              <a:gd name="connsiteX0" fmla="*/ 64582 w 64582"/>
              <a:gd name="connsiteY0" fmla="*/ 32291 h 64582"/>
              <a:gd name="connsiteX1" fmla="*/ 32291 w 64582"/>
              <a:gd name="connsiteY1" fmla="*/ 64582 h 64582"/>
              <a:gd name="connsiteX2" fmla="*/ 0 w 64582"/>
              <a:gd name="connsiteY2" fmla="*/ 32291 h 64582"/>
              <a:gd name="connsiteX3" fmla="*/ 32291 w 64582"/>
              <a:gd name="connsiteY3" fmla="*/ 0 h 64582"/>
              <a:gd name="connsiteX4" fmla="*/ 64582 w 64582"/>
              <a:gd name="connsiteY4" fmla="*/ 32291 h 6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82" h="64582">
                <a:moveTo>
                  <a:pt x="64582" y="32291"/>
                </a:moveTo>
                <a:cubicBezTo>
                  <a:pt x="64582" y="50125"/>
                  <a:pt x="50125" y="64582"/>
                  <a:pt x="32291" y="64582"/>
                </a:cubicBezTo>
                <a:cubicBezTo>
                  <a:pt x="14457" y="64582"/>
                  <a:pt x="0" y="50125"/>
                  <a:pt x="0" y="32291"/>
                </a:cubicBezTo>
                <a:cubicBezTo>
                  <a:pt x="0" y="14457"/>
                  <a:pt x="14457" y="0"/>
                  <a:pt x="32291" y="0"/>
                </a:cubicBezTo>
                <a:cubicBezTo>
                  <a:pt x="50125" y="0"/>
                  <a:pt x="64582" y="14457"/>
                  <a:pt x="64582" y="32291"/>
                </a:cubicBezTo>
                <a:close/>
              </a:path>
            </a:pathLst>
          </a:custGeom>
          <a:solidFill>
            <a:schemeClr val="accent1"/>
          </a:solidFill>
          <a:ln w="304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98D23718-506F-48A0-AD6B-86B0F1E4977D}"/>
              </a:ext>
            </a:extLst>
          </p:cNvPr>
          <p:cNvSpPr/>
          <p:nvPr/>
        </p:nvSpPr>
        <p:spPr>
          <a:xfrm>
            <a:off x="9669026" y="2833321"/>
            <a:ext cx="64582" cy="64582"/>
          </a:xfrm>
          <a:custGeom>
            <a:avLst/>
            <a:gdLst>
              <a:gd name="connsiteX0" fmla="*/ 64582 w 64582"/>
              <a:gd name="connsiteY0" fmla="*/ 32291 h 64582"/>
              <a:gd name="connsiteX1" fmla="*/ 32291 w 64582"/>
              <a:gd name="connsiteY1" fmla="*/ 64582 h 64582"/>
              <a:gd name="connsiteX2" fmla="*/ 0 w 64582"/>
              <a:gd name="connsiteY2" fmla="*/ 32291 h 64582"/>
              <a:gd name="connsiteX3" fmla="*/ 32291 w 64582"/>
              <a:gd name="connsiteY3" fmla="*/ 0 h 64582"/>
              <a:gd name="connsiteX4" fmla="*/ 64582 w 64582"/>
              <a:gd name="connsiteY4" fmla="*/ 32291 h 6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82" h="64582">
                <a:moveTo>
                  <a:pt x="64582" y="32291"/>
                </a:moveTo>
                <a:cubicBezTo>
                  <a:pt x="64582" y="50125"/>
                  <a:pt x="50125" y="64582"/>
                  <a:pt x="32291" y="64582"/>
                </a:cubicBezTo>
                <a:cubicBezTo>
                  <a:pt x="14457" y="64582"/>
                  <a:pt x="0" y="50125"/>
                  <a:pt x="0" y="32291"/>
                </a:cubicBezTo>
                <a:cubicBezTo>
                  <a:pt x="0" y="14457"/>
                  <a:pt x="14457" y="0"/>
                  <a:pt x="32291" y="0"/>
                </a:cubicBezTo>
                <a:cubicBezTo>
                  <a:pt x="50125" y="0"/>
                  <a:pt x="64582" y="14457"/>
                  <a:pt x="64582" y="32291"/>
                </a:cubicBezTo>
                <a:close/>
              </a:path>
            </a:pathLst>
          </a:custGeom>
          <a:solidFill>
            <a:schemeClr val="accent1"/>
          </a:solidFill>
          <a:ln w="304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52F967AA-6BE1-49A1-814A-FA868405A242}"/>
                  </a:ext>
                </a:extLst>
              </p:cNvPr>
              <p:cNvSpPr txBox="1"/>
              <p:nvPr/>
            </p:nvSpPr>
            <p:spPr>
              <a:xfrm>
                <a:off x="9670395" y="2561777"/>
                <a:ext cx="342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52F967AA-6BE1-49A1-814A-FA868405A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395" y="2561777"/>
                <a:ext cx="342931" cy="369332"/>
              </a:xfrm>
              <a:prstGeom prst="rect">
                <a:avLst/>
              </a:prstGeom>
              <a:blipFill>
                <a:blip r:embed="rId40"/>
                <a:stretch>
                  <a:fillRect r="-8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5B3A60AF-DE91-4A95-8FFF-3D899CFE01DF}"/>
                  </a:ext>
                </a:extLst>
              </p:cNvPr>
              <p:cNvSpPr txBox="1"/>
              <p:nvPr/>
            </p:nvSpPr>
            <p:spPr>
              <a:xfrm>
                <a:off x="8290865" y="76100"/>
                <a:ext cx="342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5B3A60AF-DE91-4A95-8FFF-3D899CFE0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865" y="76100"/>
                <a:ext cx="342931" cy="369332"/>
              </a:xfrm>
              <a:prstGeom prst="rect">
                <a:avLst/>
              </a:prstGeom>
              <a:blipFill>
                <a:blip r:embed="rId41"/>
                <a:stretch>
                  <a:fillRect r="-16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F51B83E-D9C2-4D48-BD6E-F54C9B2A1F1C}"/>
                  </a:ext>
                </a:extLst>
              </p:cNvPr>
              <p:cNvSpPr txBox="1"/>
              <p:nvPr/>
            </p:nvSpPr>
            <p:spPr>
              <a:xfrm>
                <a:off x="423608" y="5120913"/>
                <a:ext cx="1969001" cy="5013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F51B83E-D9C2-4D48-BD6E-F54C9B2A1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08" y="5120913"/>
                <a:ext cx="1969001" cy="501356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26111E6E-8163-48E0-AC2F-35AB81BBAEDC}"/>
                  </a:ext>
                </a:extLst>
              </p:cNvPr>
              <p:cNvSpPr txBox="1"/>
              <p:nvPr/>
            </p:nvSpPr>
            <p:spPr>
              <a:xfrm>
                <a:off x="2598212" y="5123432"/>
                <a:ext cx="1919500" cy="5013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26111E6E-8163-48E0-AC2F-35AB81BBA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212" y="5123432"/>
                <a:ext cx="1919500" cy="501356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76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弧形 7">
            <a:extLst>
              <a:ext uri="{FF2B5EF4-FFF2-40B4-BE49-F238E27FC236}">
                <a16:creationId xmlns:a16="http://schemas.microsoft.com/office/drawing/2014/main" id="{92116082-5629-4271-989D-68E84759CF35}"/>
              </a:ext>
            </a:extLst>
          </p:cNvPr>
          <p:cNvSpPr>
            <a:spLocks noChangeAspect="1"/>
          </p:cNvSpPr>
          <p:nvPr/>
        </p:nvSpPr>
        <p:spPr>
          <a:xfrm>
            <a:off x="4038694" y="1205837"/>
            <a:ext cx="720000" cy="720000"/>
          </a:xfrm>
          <a:prstGeom prst="arc">
            <a:avLst>
              <a:gd name="adj1" fmla="val 9532260"/>
              <a:gd name="adj2" fmla="val 11827895"/>
            </a:avLst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37000">
                <a:schemeClr val="accent1">
                  <a:alpha val="20000"/>
                </a:schemeClr>
              </a:gs>
              <a:gs pos="72000">
                <a:schemeClr val="accent1">
                  <a:alpha val="7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弧形 8">
            <a:extLst>
              <a:ext uri="{FF2B5EF4-FFF2-40B4-BE49-F238E27FC236}">
                <a16:creationId xmlns:a16="http://schemas.microsoft.com/office/drawing/2014/main" id="{89B8F45B-0566-471F-9B94-D9670DE11EB8}"/>
              </a:ext>
            </a:extLst>
          </p:cNvPr>
          <p:cNvSpPr>
            <a:spLocks noChangeAspect="1"/>
          </p:cNvSpPr>
          <p:nvPr/>
        </p:nvSpPr>
        <p:spPr>
          <a:xfrm>
            <a:off x="1419562" y="426886"/>
            <a:ext cx="720000" cy="720000"/>
          </a:xfrm>
          <a:prstGeom prst="arc">
            <a:avLst>
              <a:gd name="adj1" fmla="val 999659"/>
              <a:gd name="adj2" fmla="val 5677838"/>
            </a:avLst>
          </a:prstGeom>
          <a:gradFill flip="none" rotWithShape="1">
            <a:gsLst>
              <a:gs pos="0">
                <a:srgbClr val="7030A0">
                  <a:alpha val="0"/>
                </a:srgbClr>
              </a:gs>
              <a:gs pos="37000">
                <a:srgbClr val="7030A0">
                  <a:alpha val="20000"/>
                </a:srgbClr>
              </a:gs>
              <a:gs pos="72000">
                <a:srgbClr val="7030A0">
                  <a:alpha val="70000"/>
                </a:srgbClr>
              </a:gs>
              <a:gs pos="100000">
                <a:srgbClr val="7030A0"/>
              </a:gs>
            </a:gsLst>
            <a:path path="circle">
              <a:fillToRect r="100000" b="100000"/>
            </a:path>
            <a:tileRect l="-100000" t="-100000"/>
          </a:gradFill>
          <a:ln w="19050" cap="rnd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95BEA885-BBEA-4314-ADCE-15E4FA086178}"/>
              </a:ext>
            </a:extLst>
          </p:cNvPr>
          <p:cNvSpPr>
            <a:spLocks noChangeAspect="1"/>
          </p:cNvSpPr>
          <p:nvPr/>
        </p:nvSpPr>
        <p:spPr>
          <a:xfrm>
            <a:off x="3732644" y="2964346"/>
            <a:ext cx="1080000" cy="1080000"/>
          </a:xfrm>
          <a:prstGeom prst="arc">
            <a:avLst>
              <a:gd name="adj1" fmla="val 10874169"/>
              <a:gd name="adj2" fmla="val 12595761"/>
            </a:avLst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37000">
                <a:schemeClr val="accent2">
                  <a:alpha val="40000"/>
                </a:schemeClr>
              </a:gs>
              <a:gs pos="72000">
                <a:schemeClr val="accent2">
                  <a:alpha val="7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190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弧形 10">
            <a:extLst>
              <a:ext uri="{FF2B5EF4-FFF2-40B4-BE49-F238E27FC236}">
                <a16:creationId xmlns:a16="http://schemas.microsoft.com/office/drawing/2014/main" id="{67521127-CC89-4B01-894F-7D5D65946CDE}"/>
              </a:ext>
            </a:extLst>
          </p:cNvPr>
          <p:cNvSpPr>
            <a:spLocks noChangeAspect="1"/>
          </p:cNvSpPr>
          <p:nvPr/>
        </p:nvSpPr>
        <p:spPr>
          <a:xfrm>
            <a:off x="1006705" y="2958764"/>
            <a:ext cx="1080000" cy="1080000"/>
          </a:xfrm>
          <a:prstGeom prst="arc">
            <a:avLst>
              <a:gd name="adj1" fmla="val 16507809"/>
              <a:gd name="adj2" fmla="val 0"/>
            </a:avLst>
          </a:prstGeom>
          <a:gradFill flip="none" rotWithShape="1">
            <a:gsLst>
              <a:gs pos="0">
                <a:schemeClr val="accent6">
                  <a:alpha val="0"/>
                </a:schemeClr>
              </a:gs>
              <a:gs pos="37000">
                <a:schemeClr val="accent6">
                  <a:alpha val="40000"/>
                </a:schemeClr>
              </a:gs>
              <a:gs pos="72000">
                <a:schemeClr val="accent6">
                  <a:alpha val="70000"/>
                </a:schemeClr>
              </a:gs>
              <a:gs pos="100000">
                <a:schemeClr val="accent6"/>
              </a:gs>
            </a:gsLst>
            <a:path path="circle">
              <a:fillToRect t="100000" r="100000"/>
            </a:path>
            <a:tileRect l="-100000" b="-100000"/>
          </a:gradFill>
          <a:ln w="1905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2FCBEE2A-96FC-492E-9680-D992ABEE804A}"/>
              </a:ext>
            </a:extLst>
          </p:cNvPr>
          <p:cNvSpPr/>
          <p:nvPr/>
        </p:nvSpPr>
        <p:spPr>
          <a:xfrm>
            <a:off x="1613199" y="3500592"/>
            <a:ext cx="2583411" cy="4305"/>
          </a:xfrm>
          <a:custGeom>
            <a:avLst/>
            <a:gdLst>
              <a:gd name="connsiteX0" fmla="*/ 0 w 2583411"/>
              <a:gd name="connsiteY0" fmla="*/ 0 h 4305"/>
              <a:gd name="connsiteX1" fmla="*/ 2583411 w 2583411"/>
              <a:gd name="connsiteY1" fmla="*/ 0 h 4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83411" h="4305">
                <a:moveTo>
                  <a:pt x="0" y="0"/>
                </a:moveTo>
                <a:lnTo>
                  <a:pt x="2583411" y="0"/>
                </a:lnTo>
              </a:path>
            </a:pathLst>
          </a:custGeom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A524B99-CC1A-4A17-B991-B1F3FE61B6DC}"/>
              </a:ext>
            </a:extLst>
          </p:cNvPr>
          <p:cNvSpPr/>
          <p:nvPr/>
        </p:nvSpPr>
        <p:spPr>
          <a:xfrm>
            <a:off x="2443466" y="2446785"/>
            <a:ext cx="1763606" cy="1018243"/>
          </a:xfrm>
          <a:custGeom>
            <a:avLst/>
            <a:gdLst>
              <a:gd name="connsiteX0" fmla="*/ 1763607 w 1763606"/>
              <a:gd name="connsiteY0" fmla="*/ 1018244 h 1018243"/>
              <a:gd name="connsiteX1" fmla="*/ 0 w 1763606"/>
              <a:gd name="connsiteY1" fmla="*/ 0 h 101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3606" h="1018243">
                <a:moveTo>
                  <a:pt x="1763607" y="1018244"/>
                </a:moveTo>
                <a:lnTo>
                  <a:pt x="0" y="0"/>
                </a:lnTo>
              </a:path>
            </a:pathLst>
          </a:custGeom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2669979-4B1A-4088-B31C-9AA49435DEAD}"/>
              </a:ext>
            </a:extLst>
          </p:cNvPr>
          <p:cNvSpPr/>
          <p:nvPr/>
        </p:nvSpPr>
        <p:spPr>
          <a:xfrm>
            <a:off x="2447427" y="1806303"/>
            <a:ext cx="1372928" cy="575124"/>
          </a:xfrm>
          <a:custGeom>
            <a:avLst/>
            <a:gdLst>
              <a:gd name="connsiteX0" fmla="*/ 0 w 1372928"/>
              <a:gd name="connsiteY0" fmla="*/ 575125 h 575124"/>
              <a:gd name="connsiteX1" fmla="*/ 1372928 w 1372928"/>
              <a:gd name="connsiteY1" fmla="*/ 0 h 5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72928" h="575124">
                <a:moveTo>
                  <a:pt x="0" y="575125"/>
                </a:moveTo>
                <a:lnTo>
                  <a:pt x="1372928" y="0"/>
                </a:lnTo>
              </a:path>
            </a:pathLst>
          </a:custGeom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08335069-4CED-4B82-AC59-17BF387DA3FC}"/>
              </a:ext>
            </a:extLst>
          </p:cNvPr>
          <p:cNvSpPr/>
          <p:nvPr/>
        </p:nvSpPr>
        <p:spPr>
          <a:xfrm>
            <a:off x="1850473" y="805453"/>
            <a:ext cx="2469789" cy="740239"/>
          </a:xfrm>
          <a:custGeom>
            <a:avLst/>
            <a:gdLst>
              <a:gd name="connsiteX0" fmla="*/ 2469790 w 2469789"/>
              <a:gd name="connsiteY0" fmla="*/ 740240 h 740239"/>
              <a:gd name="connsiteX1" fmla="*/ 0 w 2469789"/>
              <a:gd name="connsiteY1" fmla="*/ 0 h 74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69789" h="740239">
                <a:moveTo>
                  <a:pt x="2469790" y="740240"/>
                </a:moveTo>
                <a:lnTo>
                  <a:pt x="0" y="0"/>
                </a:lnTo>
              </a:path>
            </a:pathLst>
          </a:custGeom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78A6F098-973B-47BA-8525-524B3223F9E3}"/>
              </a:ext>
            </a:extLst>
          </p:cNvPr>
          <p:cNvSpPr/>
          <p:nvPr/>
        </p:nvSpPr>
        <p:spPr>
          <a:xfrm>
            <a:off x="1548272" y="1671111"/>
            <a:ext cx="153705" cy="1756804"/>
          </a:xfrm>
          <a:custGeom>
            <a:avLst/>
            <a:gdLst>
              <a:gd name="connsiteX0" fmla="*/ 153705 w 153705"/>
              <a:gd name="connsiteY0" fmla="*/ 0 h 1756804"/>
              <a:gd name="connsiteX1" fmla="*/ 9989 w 153705"/>
              <a:gd name="connsiteY1" fmla="*/ 1642537 h 1756804"/>
              <a:gd name="connsiteX2" fmla="*/ 0 w 153705"/>
              <a:gd name="connsiteY2" fmla="*/ 1756805 h 1756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705" h="1756804">
                <a:moveTo>
                  <a:pt x="153705" y="0"/>
                </a:moveTo>
                <a:cubicBezTo>
                  <a:pt x="105785" y="547527"/>
                  <a:pt x="57909" y="1095011"/>
                  <a:pt x="9989" y="1642537"/>
                </a:cubicBezTo>
                <a:lnTo>
                  <a:pt x="0" y="175680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3A94CE01-F212-4D5F-AA81-DA004A83C240}"/>
              </a:ext>
            </a:extLst>
          </p:cNvPr>
          <p:cNvSpPr/>
          <p:nvPr/>
        </p:nvSpPr>
        <p:spPr>
          <a:xfrm>
            <a:off x="3958044" y="1595421"/>
            <a:ext cx="365749" cy="153231"/>
          </a:xfrm>
          <a:custGeom>
            <a:avLst/>
            <a:gdLst>
              <a:gd name="connsiteX0" fmla="*/ 365750 w 365749"/>
              <a:gd name="connsiteY0" fmla="*/ 0 h 153231"/>
              <a:gd name="connsiteX1" fmla="*/ 0 w 365749"/>
              <a:gd name="connsiteY1" fmla="*/ 153232 h 153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5749" h="153231">
                <a:moveTo>
                  <a:pt x="365750" y="0"/>
                </a:moveTo>
                <a:lnTo>
                  <a:pt x="0" y="153232"/>
                </a:lnTo>
              </a:path>
            </a:pathLst>
          </a:custGeom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E106F998-40FB-48E7-9D27-1A18F21F72F4}"/>
              </a:ext>
            </a:extLst>
          </p:cNvPr>
          <p:cNvSpPr/>
          <p:nvPr/>
        </p:nvSpPr>
        <p:spPr>
          <a:xfrm>
            <a:off x="1714549" y="855784"/>
            <a:ext cx="58769" cy="671739"/>
          </a:xfrm>
          <a:custGeom>
            <a:avLst/>
            <a:gdLst>
              <a:gd name="connsiteX0" fmla="*/ 58770 w 58769"/>
              <a:gd name="connsiteY0" fmla="*/ 0 h 671739"/>
              <a:gd name="connsiteX1" fmla="*/ 0 w 58769"/>
              <a:gd name="connsiteY1" fmla="*/ 671740 h 6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769" h="671739">
                <a:moveTo>
                  <a:pt x="58770" y="0"/>
                </a:moveTo>
                <a:lnTo>
                  <a:pt x="0" y="671740"/>
                </a:lnTo>
              </a:path>
            </a:pathLst>
          </a:custGeom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41" name="图形 138">
            <a:extLst>
              <a:ext uri="{FF2B5EF4-FFF2-40B4-BE49-F238E27FC236}">
                <a16:creationId xmlns:a16="http://schemas.microsoft.com/office/drawing/2014/main" id="{9496018C-A64A-4B4B-9BD2-0741F925383C}"/>
              </a:ext>
            </a:extLst>
          </p:cNvPr>
          <p:cNvGrpSpPr/>
          <p:nvPr/>
        </p:nvGrpSpPr>
        <p:grpSpPr>
          <a:xfrm>
            <a:off x="1710072" y="714650"/>
            <a:ext cx="139066" cy="139066"/>
            <a:chOff x="1828672" y="2727358"/>
            <a:chExt cx="139066" cy="139066"/>
          </a:xfrm>
        </p:grpSpPr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F15ADF55-64FA-4FC4-8521-3A3D7D7965FB}"/>
                </a:ext>
              </a:extLst>
            </p:cNvPr>
            <p:cNvSpPr/>
            <p:nvPr/>
          </p:nvSpPr>
          <p:spPr>
            <a:xfrm>
              <a:off x="1828672" y="2727358"/>
              <a:ext cx="139066" cy="139066"/>
            </a:xfrm>
            <a:custGeom>
              <a:avLst/>
              <a:gdLst>
                <a:gd name="connsiteX0" fmla="*/ 63463 w 139066"/>
                <a:gd name="connsiteY0" fmla="*/ 138808 h 139066"/>
                <a:gd name="connsiteX1" fmla="*/ 69533 w 139066"/>
                <a:gd name="connsiteY1" fmla="*/ 139067 h 139066"/>
                <a:gd name="connsiteX2" fmla="*/ 139067 w 139066"/>
                <a:gd name="connsiteY2" fmla="*/ 69533 h 139066"/>
                <a:gd name="connsiteX3" fmla="*/ 69533 w 139066"/>
                <a:gd name="connsiteY3" fmla="*/ 0 h 139066"/>
                <a:gd name="connsiteX4" fmla="*/ 0 w 139066"/>
                <a:gd name="connsiteY4" fmla="*/ 69533 h 139066"/>
                <a:gd name="connsiteX5" fmla="*/ 63463 w 139066"/>
                <a:gd name="connsiteY5" fmla="*/ 138808 h 13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066" h="139066">
                  <a:moveTo>
                    <a:pt x="63463" y="138808"/>
                  </a:moveTo>
                  <a:cubicBezTo>
                    <a:pt x="65443" y="138981"/>
                    <a:pt x="67467" y="139067"/>
                    <a:pt x="69533" y="139067"/>
                  </a:cubicBezTo>
                  <a:cubicBezTo>
                    <a:pt x="107938" y="139067"/>
                    <a:pt x="139067" y="107938"/>
                    <a:pt x="139067" y="69533"/>
                  </a:cubicBezTo>
                  <a:cubicBezTo>
                    <a:pt x="139067" y="31129"/>
                    <a:pt x="107938" y="0"/>
                    <a:pt x="69533" y="0"/>
                  </a:cubicBezTo>
                  <a:cubicBezTo>
                    <a:pt x="31129" y="0"/>
                    <a:pt x="0" y="31129"/>
                    <a:pt x="0" y="69533"/>
                  </a:cubicBezTo>
                  <a:cubicBezTo>
                    <a:pt x="0" y="105872"/>
                    <a:pt x="27899" y="135709"/>
                    <a:pt x="63463" y="138808"/>
                  </a:cubicBezTo>
                </a:path>
              </a:pathLst>
            </a:custGeom>
            <a:noFill/>
            <a:ln w="128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17DAA703-61E7-464D-9387-5B9466719DC6}"/>
                </a:ext>
              </a:extLst>
            </p:cNvPr>
            <p:cNvSpPr/>
            <p:nvPr/>
          </p:nvSpPr>
          <p:spPr>
            <a:xfrm>
              <a:off x="1865871" y="2764601"/>
              <a:ext cx="64582" cy="64582"/>
            </a:xfrm>
            <a:custGeom>
              <a:avLst/>
              <a:gdLst>
                <a:gd name="connsiteX0" fmla="*/ 64582 w 64582"/>
                <a:gd name="connsiteY0" fmla="*/ 32291 h 64582"/>
                <a:gd name="connsiteX1" fmla="*/ 32291 w 64582"/>
                <a:gd name="connsiteY1" fmla="*/ 64582 h 64582"/>
                <a:gd name="connsiteX2" fmla="*/ 0 w 64582"/>
                <a:gd name="connsiteY2" fmla="*/ 32291 h 64582"/>
                <a:gd name="connsiteX3" fmla="*/ 32291 w 64582"/>
                <a:gd name="connsiteY3" fmla="*/ 0 h 64582"/>
                <a:gd name="connsiteX4" fmla="*/ 64582 w 64582"/>
                <a:gd name="connsiteY4" fmla="*/ 32291 h 6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82" h="64582">
                  <a:moveTo>
                    <a:pt x="64582" y="32291"/>
                  </a:moveTo>
                  <a:cubicBezTo>
                    <a:pt x="64582" y="50125"/>
                    <a:pt x="50125" y="64582"/>
                    <a:pt x="32291" y="64582"/>
                  </a:cubicBezTo>
                  <a:cubicBezTo>
                    <a:pt x="14457" y="64582"/>
                    <a:pt x="0" y="50125"/>
                    <a:pt x="0" y="32291"/>
                  </a:cubicBezTo>
                  <a:cubicBezTo>
                    <a:pt x="0" y="14457"/>
                    <a:pt x="14457" y="0"/>
                    <a:pt x="32291" y="0"/>
                  </a:cubicBezTo>
                  <a:cubicBezTo>
                    <a:pt x="50125" y="0"/>
                    <a:pt x="64582" y="14457"/>
                    <a:pt x="64582" y="32291"/>
                  </a:cubicBezTo>
                  <a:close/>
                </a:path>
              </a:pathLst>
            </a:custGeom>
            <a:solidFill>
              <a:srgbClr val="000000"/>
            </a:solidFill>
            <a:ln w="304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2" name="图形 138">
            <a:extLst>
              <a:ext uri="{FF2B5EF4-FFF2-40B4-BE49-F238E27FC236}">
                <a16:creationId xmlns:a16="http://schemas.microsoft.com/office/drawing/2014/main" id="{0D2E53BE-00B2-445B-A2B8-F83040E2523A}"/>
              </a:ext>
            </a:extLst>
          </p:cNvPr>
          <p:cNvGrpSpPr/>
          <p:nvPr/>
        </p:nvGrpSpPr>
        <p:grpSpPr>
          <a:xfrm>
            <a:off x="1640538" y="1529547"/>
            <a:ext cx="139066" cy="139066"/>
            <a:chOff x="1759138" y="3542255"/>
            <a:chExt cx="139066" cy="139066"/>
          </a:xfrm>
        </p:grpSpPr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196EBDE4-B8E6-41C6-AC67-ACE93B1A92E7}"/>
                </a:ext>
              </a:extLst>
            </p:cNvPr>
            <p:cNvSpPr/>
            <p:nvPr/>
          </p:nvSpPr>
          <p:spPr>
            <a:xfrm>
              <a:off x="1759138" y="3542255"/>
              <a:ext cx="139066" cy="139066"/>
            </a:xfrm>
            <a:custGeom>
              <a:avLst/>
              <a:gdLst>
                <a:gd name="connsiteX0" fmla="*/ 63463 w 139066"/>
                <a:gd name="connsiteY0" fmla="*/ 138809 h 139066"/>
                <a:gd name="connsiteX1" fmla="*/ 69533 w 139066"/>
                <a:gd name="connsiteY1" fmla="*/ 139067 h 139066"/>
                <a:gd name="connsiteX2" fmla="*/ 139067 w 139066"/>
                <a:gd name="connsiteY2" fmla="*/ 69533 h 139066"/>
                <a:gd name="connsiteX3" fmla="*/ 69533 w 139066"/>
                <a:gd name="connsiteY3" fmla="*/ 0 h 139066"/>
                <a:gd name="connsiteX4" fmla="*/ 0 w 139066"/>
                <a:gd name="connsiteY4" fmla="*/ 69533 h 139066"/>
                <a:gd name="connsiteX5" fmla="*/ 63463 w 139066"/>
                <a:gd name="connsiteY5" fmla="*/ 138809 h 13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066" h="139066">
                  <a:moveTo>
                    <a:pt x="63463" y="138809"/>
                  </a:moveTo>
                  <a:cubicBezTo>
                    <a:pt x="65443" y="138981"/>
                    <a:pt x="67467" y="139067"/>
                    <a:pt x="69533" y="139067"/>
                  </a:cubicBezTo>
                  <a:cubicBezTo>
                    <a:pt x="107938" y="139067"/>
                    <a:pt x="139067" y="107938"/>
                    <a:pt x="139067" y="69533"/>
                  </a:cubicBezTo>
                  <a:cubicBezTo>
                    <a:pt x="139067" y="31129"/>
                    <a:pt x="107938" y="0"/>
                    <a:pt x="69533" y="0"/>
                  </a:cubicBezTo>
                  <a:cubicBezTo>
                    <a:pt x="31129" y="0"/>
                    <a:pt x="0" y="31129"/>
                    <a:pt x="0" y="69533"/>
                  </a:cubicBezTo>
                  <a:cubicBezTo>
                    <a:pt x="0" y="105872"/>
                    <a:pt x="27899" y="135709"/>
                    <a:pt x="63463" y="138809"/>
                  </a:cubicBezTo>
                </a:path>
              </a:pathLst>
            </a:custGeom>
            <a:noFill/>
            <a:ln w="128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6FD76E9D-D723-408E-8D42-0BAE002C86C6}"/>
                </a:ext>
              </a:extLst>
            </p:cNvPr>
            <p:cNvSpPr/>
            <p:nvPr/>
          </p:nvSpPr>
          <p:spPr>
            <a:xfrm>
              <a:off x="1796381" y="3579540"/>
              <a:ext cx="64582" cy="64582"/>
            </a:xfrm>
            <a:custGeom>
              <a:avLst/>
              <a:gdLst>
                <a:gd name="connsiteX0" fmla="*/ 64582 w 64582"/>
                <a:gd name="connsiteY0" fmla="*/ 32291 h 64582"/>
                <a:gd name="connsiteX1" fmla="*/ 32291 w 64582"/>
                <a:gd name="connsiteY1" fmla="*/ 64582 h 64582"/>
                <a:gd name="connsiteX2" fmla="*/ 0 w 64582"/>
                <a:gd name="connsiteY2" fmla="*/ 32291 h 64582"/>
                <a:gd name="connsiteX3" fmla="*/ 32291 w 64582"/>
                <a:gd name="connsiteY3" fmla="*/ 0 h 64582"/>
                <a:gd name="connsiteX4" fmla="*/ 64582 w 64582"/>
                <a:gd name="connsiteY4" fmla="*/ 32291 h 6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82" h="64582">
                  <a:moveTo>
                    <a:pt x="64582" y="32291"/>
                  </a:moveTo>
                  <a:cubicBezTo>
                    <a:pt x="64582" y="50125"/>
                    <a:pt x="50125" y="64582"/>
                    <a:pt x="32291" y="64582"/>
                  </a:cubicBezTo>
                  <a:cubicBezTo>
                    <a:pt x="14457" y="64582"/>
                    <a:pt x="0" y="50125"/>
                    <a:pt x="0" y="32291"/>
                  </a:cubicBezTo>
                  <a:cubicBezTo>
                    <a:pt x="0" y="14457"/>
                    <a:pt x="14457" y="0"/>
                    <a:pt x="32291" y="0"/>
                  </a:cubicBezTo>
                  <a:cubicBezTo>
                    <a:pt x="50125" y="0"/>
                    <a:pt x="64582" y="14457"/>
                    <a:pt x="64582" y="32291"/>
                  </a:cubicBezTo>
                  <a:close/>
                </a:path>
              </a:pathLst>
            </a:custGeom>
            <a:solidFill>
              <a:srgbClr val="000000"/>
            </a:solidFill>
            <a:ln w="304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3" name="图形 138">
            <a:extLst>
              <a:ext uri="{FF2B5EF4-FFF2-40B4-BE49-F238E27FC236}">
                <a16:creationId xmlns:a16="http://schemas.microsoft.com/office/drawing/2014/main" id="{8AB7C8BF-3FF8-4F2F-815B-438412C36406}"/>
              </a:ext>
            </a:extLst>
          </p:cNvPr>
          <p:cNvGrpSpPr/>
          <p:nvPr/>
        </p:nvGrpSpPr>
        <p:grpSpPr>
          <a:xfrm>
            <a:off x="4323794" y="1497256"/>
            <a:ext cx="139066" cy="139066"/>
            <a:chOff x="4442394" y="3509964"/>
            <a:chExt cx="139066" cy="139066"/>
          </a:xfrm>
        </p:grpSpPr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C17F3C0F-B1C1-4B53-9C4F-41D5B6EF9903}"/>
                </a:ext>
              </a:extLst>
            </p:cNvPr>
            <p:cNvSpPr/>
            <p:nvPr/>
          </p:nvSpPr>
          <p:spPr>
            <a:xfrm>
              <a:off x="4442394" y="3509964"/>
              <a:ext cx="139066" cy="139066"/>
            </a:xfrm>
            <a:custGeom>
              <a:avLst/>
              <a:gdLst>
                <a:gd name="connsiteX0" fmla="*/ 63463 w 139066"/>
                <a:gd name="connsiteY0" fmla="*/ 138809 h 139066"/>
                <a:gd name="connsiteX1" fmla="*/ 69533 w 139066"/>
                <a:gd name="connsiteY1" fmla="*/ 139067 h 139066"/>
                <a:gd name="connsiteX2" fmla="*/ 139067 w 139066"/>
                <a:gd name="connsiteY2" fmla="*/ 69533 h 139066"/>
                <a:gd name="connsiteX3" fmla="*/ 69533 w 139066"/>
                <a:gd name="connsiteY3" fmla="*/ 0 h 139066"/>
                <a:gd name="connsiteX4" fmla="*/ 0 w 139066"/>
                <a:gd name="connsiteY4" fmla="*/ 69533 h 139066"/>
                <a:gd name="connsiteX5" fmla="*/ 63463 w 139066"/>
                <a:gd name="connsiteY5" fmla="*/ 138809 h 13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066" h="139066">
                  <a:moveTo>
                    <a:pt x="63463" y="138809"/>
                  </a:moveTo>
                  <a:cubicBezTo>
                    <a:pt x="65443" y="138981"/>
                    <a:pt x="67467" y="139067"/>
                    <a:pt x="69533" y="139067"/>
                  </a:cubicBezTo>
                  <a:cubicBezTo>
                    <a:pt x="107938" y="139067"/>
                    <a:pt x="139067" y="107938"/>
                    <a:pt x="139067" y="69533"/>
                  </a:cubicBezTo>
                  <a:cubicBezTo>
                    <a:pt x="139067" y="31129"/>
                    <a:pt x="107938" y="0"/>
                    <a:pt x="69533" y="0"/>
                  </a:cubicBezTo>
                  <a:cubicBezTo>
                    <a:pt x="31128" y="0"/>
                    <a:pt x="0" y="31129"/>
                    <a:pt x="0" y="69533"/>
                  </a:cubicBezTo>
                  <a:cubicBezTo>
                    <a:pt x="0" y="105872"/>
                    <a:pt x="27899" y="135709"/>
                    <a:pt x="63463" y="138809"/>
                  </a:cubicBezTo>
                </a:path>
              </a:pathLst>
            </a:custGeom>
            <a:noFill/>
            <a:ln w="128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BE033A9C-7307-4A25-ABA5-CA884360022A}"/>
                </a:ext>
              </a:extLst>
            </p:cNvPr>
            <p:cNvSpPr/>
            <p:nvPr/>
          </p:nvSpPr>
          <p:spPr>
            <a:xfrm>
              <a:off x="4479636" y="3547249"/>
              <a:ext cx="64582" cy="64582"/>
            </a:xfrm>
            <a:custGeom>
              <a:avLst/>
              <a:gdLst>
                <a:gd name="connsiteX0" fmla="*/ 64582 w 64582"/>
                <a:gd name="connsiteY0" fmla="*/ 32291 h 64582"/>
                <a:gd name="connsiteX1" fmla="*/ 32291 w 64582"/>
                <a:gd name="connsiteY1" fmla="*/ 64582 h 64582"/>
                <a:gd name="connsiteX2" fmla="*/ 0 w 64582"/>
                <a:gd name="connsiteY2" fmla="*/ 32291 h 64582"/>
                <a:gd name="connsiteX3" fmla="*/ 32291 w 64582"/>
                <a:gd name="connsiteY3" fmla="*/ 0 h 64582"/>
                <a:gd name="connsiteX4" fmla="*/ 64582 w 64582"/>
                <a:gd name="connsiteY4" fmla="*/ 32291 h 6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82" h="64582">
                  <a:moveTo>
                    <a:pt x="64582" y="32291"/>
                  </a:moveTo>
                  <a:cubicBezTo>
                    <a:pt x="64582" y="50125"/>
                    <a:pt x="50125" y="64582"/>
                    <a:pt x="32291" y="64582"/>
                  </a:cubicBezTo>
                  <a:cubicBezTo>
                    <a:pt x="14457" y="64582"/>
                    <a:pt x="0" y="50125"/>
                    <a:pt x="0" y="32291"/>
                  </a:cubicBezTo>
                  <a:cubicBezTo>
                    <a:pt x="0" y="14457"/>
                    <a:pt x="14457" y="0"/>
                    <a:pt x="32291" y="0"/>
                  </a:cubicBezTo>
                  <a:cubicBezTo>
                    <a:pt x="50125" y="0"/>
                    <a:pt x="64582" y="14457"/>
                    <a:pt x="64582" y="32291"/>
                  </a:cubicBezTo>
                  <a:close/>
                </a:path>
              </a:pathLst>
            </a:custGeom>
            <a:solidFill>
              <a:srgbClr val="000000"/>
            </a:solidFill>
            <a:ln w="304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4" name="图形 138">
            <a:extLst>
              <a:ext uri="{FF2B5EF4-FFF2-40B4-BE49-F238E27FC236}">
                <a16:creationId xmlns:a16="http://schemas.microsoft.com/office/drawing/2014/main" id="{0E3E325F-9A7B-4167-8ADD-8A7ED858284B}"/>
              </a:ext>
            </a:extLst>
          </p:cNvPr>
          <p:cNvGrpSpPr/>
          <p:nvPr/>
        </p:nvGrpSpPr>
        <p:grpSpPr>
          <a:xfrm>
            <a:off x="3819020" y="1708181"/>
            <a:ext cx="139066" cy="139066"/>
            <a:chOff x="3937620" y="3720889"/>
            <a:chExt cx="139066" cy="139066"/>
          </a:xfrm>
        </p:grpSpPr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549FFB97-0A00-4ABC-8720-EEE72A2A3FF8}"/>
                </a:ext>
              </a:extLst>
            </p:cNvPr>
            <p:cNvSpPr/>
            <p:nvPr/>
          </p:nvSpPr>
          <p:spPr>
            <a:xfrm>
              <a:off x="3937620" y="3720889"/>
              <a:ext cx="139066" cy="139066"/>
            </a:xfrm>
            <a:custGeom>
              <a:avLst/>
              <a:gdLst>
                <a:gd name="connsiteX0" fmla="*/ 63463 w 139066"/>
                <a:gd name="connsiteY0" fmla="*/ 138808 h 139066"/>
                <a:gd name="connsiteX1" fmla="*/ 69533 w 139066"/>
                <a:gd name="connsiteY1" fmla="*/ 139067 h 139066"/>
                <a:gd name="connsiteX2" fmla="*/ 139067 w 139066"/>
                <a:gd name="connsiteY2" fmla="*/ 69533 h 139066"/>
                <a:gd name="connsiteX3" fmla="*/ 69533 w 139066"/>
                <a:gd name="connsiteY3" fmla="*/ 0 h 139066"/>
                <a:gd name="connsiteX4" fmla="*/ 0 w 139066"/>
                <a:gd name="connsiteY4" fmla="*/ 69533 h 139066"/>
                <a:gd name="connsiteX5" fmla="*/ 63463 w 139066"/>
                <a:gd name="connsiteY5" fmla="*/ 138808 h 13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066" h="139066">
                  <a:moveTo>
                    <a:pt x="63463" y="138808"/>
                  </a:moveTo>
                  <a:cubicBezTo>
                    <a:pt x="65443" y="138980"/>
                    <a:pt x="67467" y="139067"/>
                    <a:pt x="69533" y="139067"/>
                  </a:cubicBezTo>
                  <a:cubicBezTo>
                    <a:pt x="107938" y="139067"/>
                    <a:pt x="139067" y="107938"/>
                    <a:pt x="139067" y="69533"/>
                  </a:cubicBezTo>
                  <a:cubicBezTo>
                    <a:pt x="139067" y="31128"/>
                    <a:pt x="107938" y="0"/>
                    <a:pt x="69533" y="0"/>
                  </a:cubicBezTo>
                  <a:cubicBezTo>
                    <a:pt x="31129" y="0"/>
                    <a:pt x="0" y="31128"/>
                    <a:pt x="0" y="69533"/>
                  </a:cubicBezTo>
                  <a:cubicBezTo>
                    <a:pt x="0" y="105871"/>
                    <a:pt x="27900" y="135708"/>
                    <a:pt x="63463" y="138808"/>
                  </a:cubicBezTo>
                </a:path>
              </a:pathLst>
            </a:custGeom>
            <a:noFill/>
            <a:ln w="128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9241901E-894A-4EC0-AF8B-A90F284ED9F9}"/>
                </a:ext>
              </a:extLst>
            </p:cNvPr>
            <p:cNvSpPr/>
            <p:nvPr/>
          </p:nvSpPr>
          <p:spPr>
            <a:xfrm>
              <a:off x="3974863" y="3758174"/>
              <a:ext cx="64582" cy="64582"/>
            </a:xfrm>
            <a:custGeom>
              <a:avLst/>
              <a:gdLst>
                <a:gd name="connsiteX0" fmla="*/ 64582 w 64582"/>
                <a:gd name="connsiteY0" fmla="*/ 32291 h 64582"/>
                <a:gd name="connsiteX1" fmla="*/ 32291 w 64582"/>
                <a:gd name="connsiteY1" fmla="*/ 64582 h 64582"/>
                <a:gd name="connsiteX2" fmla="*/ 0 w 64582"/>
                <a:gd name="connsiteY2" fmla="*/ 32291 h 64582"/>
                <a:gd name="connsiteX3" fmla="*/ 32291 w 64582"/>
                <a:gd name="connsiteY3" fmla="*/ 0 h 64582"/>
                <a:gd name="connsiteX4" fmla="*/ 64582 w 64582"/>
                <a:gd name="connsiteY4" fmla="*/ 32291 h 6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82" h="64582">
                  <a:moveTo>
                    <a:pt x="64582" y="32291"/>
                  </a:moveTo>
                  <a:cubicBezTo>
                    <a:pt x="64582" y="50125"/>
                    <a:pt x="50125" y="64582"/>
                    <a:pt x="32291" y="64582"/>
                  </a:cubicBezTo>
                  <a:cubicBezTo>
                    <a:pt x="14457" y="64582"/>
                    <a:pt x="0" y="50125"/>
                    <a:pt x="0" y="32291"/>
                  </a:cubicBezTo>
                  <a:cubicBezTo>
                    <a:pt x="0" y="14457"/>
                    <a:pt x="14457" y="0"/>
                    <a:pt x="32291" y="0"/>
                  </a:cubicBezTo>
                  <a:cubicBezTo>
                    <a:pt x="50125" y="0"/>
                    <a:pt x="64582" y="14457"/>
                    <a:pt x="64582" y="32291"/>
                  </a:cubicBezTo>
                  <a:close/>
                </a:path>
              </a:pathLst>
            </a:custGeom>
            <a:solidFill>
              <a:srgbClr val="000000"/>
            </a:solidFill>
            <a:ln w="304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5" name="图形 138">
            <a:extLst>
              <a:ext uri="{FF2B5EF4-FFF2-40B4-BE49-F238E27FC236}">
                <a16:creationId xmlns:a16="http://schemas.microsoft.com/office/drawing/2014/main" id="{A38EEE70-DE89-4165-B366-099B12E2D010}"/>
              </a:ext>
            </a:extLst>
          </p:cNvPr>
          <p:cNvGrpSpPr/>
          <p:nvPr/>
        </p:nvGrpSpPr>
        <p:grpSpPr>
          <a:xfrm>
            <a:off x="2309996" y="2340310"/>
            <a:ext cx="139066" cy="139066"/>
            <a:chOff x="2428596" y="4353018"/>
            <a:chExt cx="139066" cy="139066"/>
          </a:xfrm>
        </p:grpSpPr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A67CAA61-B738-4C4B-99E0-717C937C4F68}"/>
                </a:ext>
              </a:extLst>
            </p:cNvPr>
            <p:cNvSpPr/>
            <p:nvPr/>
          </p:nvSpPr>
          <p:spPr>
            <a:xfrm>
              <a:off x="2428596" y="4353018"/>
              <a:ext cx="139066" cy="139066"/>
            </a:xfrm>
            <a:custGeom>
              <a:avLst/>
              <a:gdLst>
                <a:gd name="connsiteX0" fmla="*/ 63463 w 139066"/>
                <a:gd name="connsiteY0" fmla="*/ 138809 h 139066"/>
                <a:gd name="connsiteX1" fmla="*/ 69533 w 139066"/>
                <a:gd name="connsiteY1" fmla="*/ 139067 h 139066"/>
                <a:gd name="connsiteX2" fmla="*/ 139067 w 139066"/>
                <a:gd name="connsiteY2" fmla="*/ 69533 h 139066"/>
                <a:gd name="connsiteX3" fmla="*/ 69533 w 139066"/>
                <a:gd name="connsiteY3" fmla="*/ 0 h 139066"/>
                <a:gd name="connsiteX4" fmla="*/ 0 w 139066"/>
                <a:gd name="connsiteY4" fmla="*/ 69533 h 139066"/>
                <a:gd name="connsiteX5" fmla="*/ 63463 w 139066"/>
                <a:gd name="connsiteY5" fmla="*/ 138809 h 13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066" h="139066">
                  <a:moveTo>
                    <a:pt x="63463" y="138809"/>
                  </a:moveTo>
                  <a:cubicBezTo>
                    <a:pt x="65443" y="138981"/>
                    <a:pt x="67467" y="139067"/>
                    <a:pt x="69533" y="139067"/>
                  </a:cubicBezTo>
                  <a:cubicBezTo>
                    <a:pt x="107938" y="139067"/>
                    <a:pt x="139067" y="107938"/>
                    <a:pt x="139067" y="69533"/>
                  </a:cubicBezTo>
                  <a:cubicBezTo>
                    <a:pt x="139067" y="31129"/>
                    <a:pt x="107938" y="0"/>
                    <a:pt x="69533" y="0"/>
                  </a:cubicBezTo>
                  <a:cubicBezTo>
                    <a:pt x="31128" y="0"/>
                    <a:pt x="0" y="31129"/>
                    <a:pt x="0" y="69533"/>
                  </a:cubicBezTo>
                  <a:cubicBezTo>
                    <a:pt x="0" y="105872"/>
                    <a:pt x="27899" y="135709"/>
                    <a:pt x="63463" y="138809"/>
                  </a:cubicBezTo>
                </a:path>
              </a:pathLst>
            </a:custGeom>
            <a:noFill/>
            <a:ln w="128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0C839C8F-0DBD-4EBC-8612-6D613A7FA295}"/>
                </a:ext>
              </a:extLst>
            </p:cNvPr>
            <p:cNvSpPr/>
            <p:nvPr/>
          </p:nvSpPr>
          <p:spPr>
            <a:xfrm>
              <a:off x="2465838" y="4390304"/>
              <a:ext cx="64582" cy="64582"/>
            </a:xfrm>
            <a:custGeom>
              <a:avLst/>
              <a:gdLst>
                <a:gd name="connsiteX0" fmla="*/ 64582 w 64582"/>
                <a:gd name="connsiteY0" fmla="*/ 32291 h 64582"/>
                <a:gd name="connsiteX1" fmla="*/ 32291 w 64582"/>
                <a:gd name="connsiteY1" fmla="*/ 64582 h 64582"/>
                <a:gd name="connsiteX2" fmla="*/ 0 w 64582"/>
                <a:gd name="connsiteY2" fmla="*/ 32291 h 64582"/>
                <a:gd name="connsiteX3" fmla="*/ 32291 w 64582"/>
                <a:gd name="connsiteY3" fmla="*/ 0 h 64582"/>
                <a:gd name="connsiteX4" fmla="*/ 64582 w 64582"/>
                <a:gd name="connsiteY4" fmla="*/ 32291 h 6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82" h="64582">
                  <a:moveTo>
                    <a:pt x="64582" y="32291"/>
                  </a:moveTo>
                  <a:cubicBezTo>
                    <a:pt x="64582" y="50125"/>
                    <a:pt x="50125" y="64582"/>
                    <a:pt x="32291" y="64582"/>
                  </a:cubicBezTo>
                  <a:cubicBezTo>
                    <a:pt x="14457" y="64582"/>
                    <a:pt x="0" y="50125"/>
                    <a:pt x="0" y="32291"/>
                  </a:cubicBezTo>
                  <a:cubicBezTo>
                    <a:pt x="0" y="14457"/>
                    <a:pt x="14457" y="0"/>
                    <a:pt x="32291" y="0"/>
                  </a:cubicBezTo>
                  <a:cubicBezTo>
                    <a:pt x="50125" y="0"/>
                    <a:pt x="64582" y="14457"/>
                    <a:pt x="64582" y="32291"/>
                  </a:cubicBezTo>
                  <a:close/>
                </a:path>
              </a:pathLst>
            </a:custGeom>
            <a:solidFill>
              <a:srgbClr val="000000"/>
            </a:solidFill>
            <a:ln w="304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7" name="图形 138">
            <a:extLst>
              <a:ext uri="{FF2B5EF4-FFF2-40B4-BE49-F238E27FC236}">
                <a16:creationId xmlns:a16="http://schemas.microsoft.com/office/drawing/2014/main" id="{2B9B66C8-266D-44F2-A306-82D6B0F8FF13}"/>
              </a:ext>
            </a:extLst>
          </p:cNvPr>
          <p:cNvGrpSpPr/>
          <p:nvPr/>
        </p:nvGrpSpPr>
        <p:grpSpPr>
          <a:xfrm>
            <a:off x="1472410" y="3431015"/>
            <a:ext cx="139066" cy="139066"/>
            <a:chOff x="1591010" y="5443723"/>
            <a:chExt cx="139066" cy="139066"/>
          </a:xfrm>
        </p:grpSpPr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41CD44F5-4BB1-4C58-B123-0F6B2771F41E}"/>
                </a:ext>
              </a:extLst>
            </p:cNvPr>
            <p:cNvSpPr/>
            <p:nvPr/>
          </p:nvSpPr>
          <p:spPr>
            <a:xfrm>
              <a:off x="1591010" y="5443723"/>
              <a:ext cx="139066" cy="139066"/>
            </a:xfrm>
            <a:custGeom>
              <a:avLst/>
              <a:gdLst>
                <a:gd name="connsiteX0" fmla="*/ 63463 w 139066"/>
                <a:gd name="connsiteY0" fmla="*/ 138808 h 139066"/>
                <a:gd name="connsiteX1" fmla="*/ 69533 w 139066"/>
                <a:gd name="connsiteY1" fmla="*/ 139067 h 139066"/>
                <a:gd name="connsiteX2" fmla="*/ 139067 w 139066"/>
                <a:gd name="connsiteY2" fmla="*/ 69533 h 139066"/>
                <a:gd name="connsiteX3" fmla="*/ 69533 w 139066"/>
                <a:gd name="connsiteY3" fmla="*/ 0 h 139066"/>
                <a:gd name="connsiteX4" fmla="*/ 0 w 139066"/>
                <a:gd name="connsiteY4" fmla="*/ 69533 h 139066"/>
                <a:gd name="connsiteX5" fmla="*/ 63463 w 139066"/>
                <a:gd name="connsiteY5" fmla="*/ 138808 h 13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066" h="139066">
                  <a:moveTo>
                    <a:pt x="63463" y="138808"/>
                  </a:moveTo>
                  <a:cubicBezTo>
                    <a:pt x="65443" y="138981"/>
                    <a:pt x="67467" y="139067"/>
                    <a:pt x="69533" y="139067"/>
                  </a:cubicBezTo>
                  <a:cubicBezTo>
                    <a:pt x="107938" y="139067"/>
                    <a:pt x="139067" y="107938"/>
                    <a:pt x="139067" y="69533"/>
                  </a:cubicBezTo>
                  <a:cubicBezTo>
                    <a:pt x="139067" y="31128"/>
                    <a:pt x="107938" y="0"/>
                    <a:pt x="69533" y="0"/>
                  </a:cubicBezTo>
                  <a:cubicBezTo>
                    <a:pt x="31129" y="0"/>
                    <a:pt x="0" y="31128"/>
                    <a:pt x="0" y="69533"/>
                  </a:cubicBezTo>
                  <a:cubicBezTo>
                    <a:pt x="0" y="105871"/>
                    <a:pt x="27899" y="135709"/>
                    <a:pt x="63463" y="138808"/>
                  </a:cubicBezTo>
                </a:path>
              </a:pathLst>
            </a:custGeom>
            <a:noFill/>
            <a:ln w="128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4BD3DE45-CAF2-4F69-98FC-22A04B0072DF}"/>
                </a:ext>
              </a:extLst>
            </p:cNvPr>
            <p:cNvSpPr/>
            <p:nvPr/>
          </p:nvSpPr>
          <p:spPr>
            <a:xfrm>
              <a:off x="1628252" y="5481009"/>
              <a:ext cx="64582" cy="64582"/>
            </a:xfrm>
            <a:custGeom>
              <a:avLst/>
              <a:gdLst>
                <a:gd name="connsiteX0" fmla="*/ 64582 w 64582"/>
                <a:gd name="connsiteY0" fmla="*/ 32291 h 64582"/>
                <a:gd name="connsiteX1" fmla="*/ 32291 w 64582"/>
                <a:gd name="connsiteY1" fmla="*/ 64582 h 64582"/>
                <a:gd name="connsiteX2" fmla="*/ 0 w 64582"/>
                <a:gd name="connsiteY2" fmla="*/ 32291 h 64582"/>
                <a:gd name="connsiteX3" fmla="*/ 32291 w 64582"/>
                <a:gd name="connsiteY3" fmla="*/ 0 h 64582"/>
                <a:gd name="connsiteX4" fmla="*/ 64582 w 64582"/>
                <a:gd name="connsiteY4" fmla="*/ 32291 h 6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82" h="64582">
                  <a:moveTo>
                    <a:pt x="64582" y="32291"/>
                  </a:moveTo>
                  <a:cubicBezTo>
                    <a:pt x="64582" y="50125"/>
                    <a:pt x="50125" y="64582"/>
                    <a:pt x="32291" y="64582"/>
                  </a:cubicBezTo>
                  <a:cubicBezTo>
                    <a:pt x="14457" y="64582"/>
                    <a:pt x="0" y="50125"/>
                    <a:pt x="0" y="32291"/>
                  </a:cubicBezTo>
                  <a:cubicBezTo>
                    <a:pt x="0" y="14457"/>
                    <a:pt x="14457" y="0"/>
                    <a:pt x="32291" y="0"/>
                  </a:cubicBezTo>
                  <a:cubicBezTo>
                    <a:pt x="50125" y="0"/>
                    <a:pt x="64582" y="14457"/>
                    <a:pt x="64582" y="32291"/>
                  </a:cubicBezTo>
                  <a:close/>
                </a:path>
              </a:pathLst>
            </a:custGeom>
            <a:solidFill>
              <a:srgbClr val="000000"/>
            </a:solidFill>
            <a:ln w="304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8" name="图形 138">
            <a:extLst>
              <a:ext uri="{FF2B5EF4-FFF2-40B4-BE49-F238E27FC236}">
                <a16:creationId xmlns:a16="http://schemas.microsoft.com/office/drawing/2014/main" id="{3E41E69A-8439-41FB-89F6-77CC7137F5B8}"/>
              </a:ext>
            </a:extLst>
          </p:cNvPr>
          <p:cNvGrpSpPr/>
          <p:nvPr/>
        </p:nvGrpSpPr>
        <p:grpSpPr>
          <a:xfrm>
            <a:off x="4199150" y="3431015"/>
            <a:ext cx="139066" cy="139066"/>
            <a:chOff x="4317750" y="5443723"/>
            <a:chExt cx="139066" cy="139066"/>
          </a:xfrm>
        </p:grpSpPr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09DF954B-AFF5-4FB6-B327-20A9E6D8074F}"/>
                </a:ext>
              </a:extLst>
            </p:cNvPr>
            <p:cNvSpPr/>
            <p:nvPr/>
          </p:nvSpPr>
          <p:spPr>
            <a:xfrm>
              <a:off x="4317750" y="5443723"/>
              <a:ext cx="139066" cy="139066"/>
            </a:xfrm>
            <a:custGeom>
              <a:avLst/>
              <a:gdLst>
                <a:gd name="connsiteX0" fmla="*/ 63463 w 139066"/>
                <a:gd name="connsiteY0" fmla="*/ 138808 h 139066"/>
                <a:gd name="connsiteX1" fmla="*/ 69533 w 139066"/>
                <a:gd name="connsiteY1" fmla="*/ 139067 h 139066"/>
                <a:gd name="connsiteX2" fmla="*/ 139067 w 139066"/>
                <a:gd name="connsiteY2" fmla="*/ 69533 h 139066"/>
                <a:gd name="connsiteX3" fmla="*/ 69533 w 139066"/>
                <a:gd name="connsiteY3" fmla="*/ 0 h 139066"/>
                <a:gd name="connsiteX4" fmla="*/ 0 w 139066"/>
                <a:gd name="connsiteY4" fmla="*/ 69533 h 139066"/>
                <a:gd name="connsiteX5" fmla="*/ 63463 w 139066"/>
                <a:gd name="connsiteY5" fmla="*/ 138808 h 13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066" h="139066">
                  <a:moveTo>
                    <a:pt x="63463" y="138808"/>
                  </a:moveTo>
                  <a:cubicBezTo>
                    <a:pt x="65443" y="138981"/>
                    <a:pt x="67467" y="139067"/>
                    <a:pt x="69533" y="139067"/>
                  </a:cubicBezTo>
                  <a:cubicBezTo>
                    <a:pt x="107938" y="139067"/>
                    <a:pt x="139067" y="107938"/>
                    <a:pt x="139067" y="69533"/>
                  </a:cubicBezTo>
                  <a:cubicBezTo>
                    <a:pt x="139067" y="31128"/>
                    <a:pt x="107938" y="0"/>
                    <a:pt x="69533" y="0"/>
                  </a:cubicBezTo>
                  <a:cubicBezTo>
                    <a:pt x="31128" y="0"/>
                    <a:pt x="0" y="31128"/>
                    <a:pt x="0" y="69533"/>
                  </a:cubicBezTo>
                  <a:cubicBezTo>
                    <a:pt x="0" y="105871"/>
                    <a:pt x="27899" y="135709"/>
                    <a:pt x="63463" y="138808"/>
                  </a:cubicBezTo>
                </a:path>
              </a:pathLst>
            </a:custGeom>
            <a:noFill/>
            <a:ln w="128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422C5828-31EF-4F17-8BAB-9CFEF1BE377C}"/>
                </a:ext>
              </a:extLst>
            </p:cNvPr>
            <p:cNvSpPr/>
            <p:nvPr/>
          </p:nvSpPr>
          <p:spPr>
            <a:xfrm>
              <a:off x="4354993" y="5481009"/>
              <a:ext cx="64582" cy="64582"/>
            </a:xfrm>
            <a:custGeom>
              <a:avLst/>
              <a:gdLst>
                <a:gd name="connsiteX0" fmla="*/ 64582 w 64582"/>
                <a:gd name="connsiteY0" fmla="*/ 32291 h 64582"/>
                <a:gd name="connsiteX1" fmla="*/ 32291 w 64582"/>
                <a:gd name="connsiteY1" fmla="*/ 64582 h 64582"/>
                <a:gd name="connsiteX2" fmla="*/ 0 w 64582"/>
                <a:gd name="connsiteY2" fmla="*/ 32291 h 64582"/>
                <a:gd name="connsiteX3" fmla="*/ 32291 w 64582"/>
                <a:gd name="connsiteY3" fmla="*/ 0 h 64582"/>
                <a:gd name="connsiteX4" fmla="*/ 64582 w 64582"/>
                <a:gd name="connsiteY4" fmla="*/ 32291 h 6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82" h="64582">
                  <a:moveTo>
                    <a:pt x="64582" y="32291"/>
                  </a:moveTo>
                  <a:cubicBezTo>
                    <a:pt x="64582" y="50125"/>
                    <a:pt x="50125" y="64582"/>
                    <a:pt x="32291" y="64582"/>
                  </a:cubicBezTo>
                  <a:cubicBezTo>
                    <a:pt x="14457" y="64582"/>
                    <a:pt x="0" y="50125"/>
                    <a:pt x="0" y="32291"/>
                  </a:cubicBezTo>
                  <a:cubicBezTo>
                    <a:pt x="0" y="14457"/>
                    <a:pt x="14457" y="0"/>
                    <a:pt x="32291" y="0"/>
                  </a:cubicBezTo>
                  <a:cubicBezTo>
                    <a:pt x="50125" y="0"/>
                    <a:pt x="64582" y="14457"/>
                    <a:pt x="64582" y="32291"/>
                  </a:cubicBezTo>
                  <a:close/>
                </a:path>
              </a:pathLst>
            </a:custGeom>
            <a:solidFill>
              <a:srgbClr val="000000"/>
            </a:solidFill>
            <a:ln w="304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A2FFBF7-EBDA-4508-B196-27AA5C44F2C5}"/>
                  </a:ext>
                </a:extLst>
              </p:cNvPr>
              <p:cNvSpPr txBox="1"/>
              <p:nvPr/>
            </p:nvSpPr>
            <p:spPr>
              <a:xfrm>
                <a:off x="1907348" y="2832044"/>
                <a:ext cx="342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A2FFBF7-EBDA-4508-B196-27AA5C44F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348" y="2832044"/>
                <a:ext cx="34293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23BC2D6-B570-4D4E-AA64-CD55C57DBB0E}"/>
                  </a:ext>
                </a:extLst>
              </p:cNvPr>
              <p:cNvSpPr txBox="1"/>
              <p:nvPr/>
            </p:nvSpPr>
            <p:spPr>
              <a:xfrm>
                <a:off x="3390563" y="3089479"/>
                <a:ext cx="342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23BC2D6-B570-4D4E-AA64-CD55C57DB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563" y="3089479"/>
                <a:ext cx="342931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72B0BCD-1CEE-43C4-AB6F-D40D5560CEC9}"/>
                  </a:ext>
                </a:extLst>
              </p:cNvPr>
              <p:cNvSpPr txBox="1"/>
              <p:nvPr/>
            </p:nvSpPr>
            <p:spPr>
              <a:xfrm>
                <a:off x="1910836" y="942223"/>
                <a:ext cx="342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72B0BCD-1CEE-43C4-AB6F-D40D5560C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836" y="942223"/>
                <a:ext cx="3429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4196A76C-A7C4-45D1-947D-89183C9C192E}"/>
                  </a:ext>
                </a:extLst>
              </p:cNvPr>
              <p:cNvSpPr txBox="1"/>
              <p:nvPr/>
            </p:nvSpPr>
            <p:spPr>
              <a:xfrm>
                <a:off x="3724750" y="1382743"/>
                <a:ext cx="342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4196A76C-A7C4-45D1-947D-89183C9C1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750" y="1382743"/>
                <a:ext cx="342931" cy="369332"/>
              </a:xfrm>
              <a:prstGeom prst="rect">
                <a:avLst/>
              </a:prstGeom>
              <a:blipFill>
                <a:blip r:embed="rId5"/>
                <a:stretch>
                  <a:fillRect l="-3571" r="-1786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47947CE-E89E-4AAE-BAD4-887858139C40}"/>
                  </a:ext>
                </a:extLst>
              </p:cNvPr>
              <p:cNvSpPr txBox="1"/>
              <p:nvPr/>
            </p:nvSpPr>
            <p:spPr>
              <a:xfrm>
                <a:off x="1076064" y="3421870"/>
                <a:ext cx="342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47947CE-E89E-4AAE-BAD4-887858139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064" y="3421870"/>
                <a:ext cx="342931" cy="369332"/>
              </a:xfrm>
              <a:prstGeom prst="rect">
                <a:avLst/>
              </a:prstGeom>
              <a:blipFill>
                <a:blip r:embed="rId6"/>
                <a:stretch>
                  <a:fillRect r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410A2D5-430F-446B-8B51-04F9FE81410F}"/>
                  </a:ext>
                </a:extLst>
              </p:cNvPr>
              <p:cNvSpPr txBox="1"/>
              <p:nvPr/>
            </p:nvSpPr>
            <p:spPr>
              <a:xfrm>
                <a:off x="3986093" y="3522940"/>
                <a:ext cx="342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410A2D5-430F-446B-8B51-04F9FE814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093" y="3522940"/>
                <a:ext cx="342931" cy="369332"/>
              </a:xfrm>
              <a:prstGeom prst="rect">
                <a:avLst/>
              </a:prstGeom>
              <a:blipFill>
                <a:blip r:embed="rId7"/>
                <a:stretch>
                  <a:fillRect r="-16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F95C6CB-371E-49D0-98A9-706ADA4DEA3B}"/>
                  </a:ext>
                </a:extLst>
              </p:cNvPr>
              <p:cNvSpPr txBox="1"/>
              <p:nvPr/>
            </p:nvSpPr>
            <p:spPr>
              <a:xfrm>
                <a:off x="1924805" y="2168750"/>
                <a:ext cx="342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F95C6CB-371E-49D0-98A9-706ADA4DE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805" y="2168750"/>
                <a:ext cx="342931" cy="369332"/>
              </a:xfrm>
              <a:prstGeom prst="rect">
                <a:avLst/>
              </a:prstGeom>
              <a:blipFill>
                <a:blip r:embed="rId8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97FF0DC7-7A2E-433B-A481-A5EAD58762E1}"/>
                  </a:ext>
                </a:extLst>
              </p:cNvPr>
              <p:cNvSpPr txBox="1"/>
              <p:nvPr/>
            </p:nvSpPr>
            <p:spPr>
              <a:xfrm>
                <a:off x="4134299" y="1418225"/>
                <a:ext cx="11557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97FF0DC7-7A2E-433B-A481-A5EAD5876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299" y="1418225"/>
                <a:ext cx="11557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F23574DD-74E4-4CC9-97ED-23252751AA22}"/>
                  </a:ext>
                </a:extLst>
              </p:cNvPr>
              <p:cNvSpPr txBox="1"/>
              <p:nvPr/>
            </p:nvSpPr>
            <p:spPr>
              <a:xfrm>
                <a:off x="894551" y="484427"/>
                <a:ext cx="11557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F23574DD-74E4-4CC9-97ED-23252751A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51" y="484427"/>
                <a:ext cx="11557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5EEFF368-1108-4DCA-A33B-6DC1AA4F0423}"/>
                  </a:ext>
                </a:extLst>
              </p:cNvPr>
              <p:cNvSpPr txBox="1"/>
              <p:nvPr/>
            </p:nvSpPr>
            <p:spPr>
              <a:xfrm>
                <a:off x="3052312" y="787410"/>
                <a:ext cx="3382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5EEFF368-1108-4DCA-A33B-6DC1AA4F0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312" y="787410"/>
                <a:ext cx="338251" cy="369332"/>
              </a:xfrm>
              <a:prstGeom prst="rect">
                <a:avLst/>
              </a:prstGeom>
              <a:blipFill>
                <a:blip r:embed="rId11"/>
                <a:stretch>
                  <a:fillRect r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" name="图形 138">
            <a:extLst>
              <a:ext uri="{FF2B5EF4-FFF2-40B4-BE49-F238E27FC236}">
                <a16:creationId xmlns:a16="http://schemas.microsoft.com/office/drawing/2014/main" id="{C6E49D31-D508-4B9A-B214-652237FF9B42}"/>
              </a:ext>
            </a:extLst>
          </p:cNvPr>
          <p:cNvGrpSpPr/>
          <p:nvPr/>
        </p:nvGrpSpPr>
        <p:grpSpPr>
          <a:xfrm>
            <a:off x="3076697" y="1128414"/>
            <a:ext cx="139066" cy="139066"/>
            <a:chOff x="1759138" y="3542255"/>
            <a:chExt cx="139066" cy="139066"/>
          </a:xfrm>
        </p:grpSpPr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6C77B629-910F-4A85-AC4C-EC2AF17C4B42}"/>
                </a:ext>
              </a:extLst>
            </p:cNvPr>
            <p:cNvSpPr/>
            <p:nvPr/>
          </p:nvSpPr>
          <p:spPr>
            <a:xfrm>
              <a:off x="1759138" y="3542255"/>
              <a:ext cx="139066" cy="139066"/>
            </a:xfrm>
            <a:custGeom>
              <a:avLst/>
              <a:gdLst>
                <a:gd name="connsiteX0" fmla="*/ 63463 w 139066"/>
                <a:gd name="connsiteY0" fmla="*/ 138809 h 139066"/>
                <a:gd name="connsiteX1" fmla="*/ 69533 w 139066"/>
                <a:gd name="connsiteY1" fmla="*/ 139067 h 139066"/>
                <a:gd name="connsiteX2" fmla="*/ 139067 w 139066"/>
                <a:gd name="connsiteY2" fmla="*/ 69533 h 139066"/>
                <a:gd name="connsiteX3" fmla="*/ 69533 w 139066"/>
                <a:gd name="connsiteY3" fmla="*/ 0 h 139066"/>
                <a:gd name="connsiteX4" fmla="*/ 0 w 139066"/>
                <a:gd name="connsiteY4" fmla="*/ 69533 h 139066"/>
                <a:gd name="connsiteX5" fmla="*/ 63463 w 139066"/>
                <a:gd name="connsiteY5" fmla="*/ 138809 h 13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066" h="139066">
                  <a:moveTo>
                    <a:pt x="63463" y="138809"/>
                  </a:moveTo>
                  <a:cubicBezTo>
                    <a:pt x="65443" y="138981"/>
                    <a:pt x="67467" y="139067"/>
                    <a:pt x="69533" y="139067"/>
                  </a:cubicBezTo>
                  <a:cubicBezTo>
                    <a:pt x="107938" y="139067"/>
                    <a:pt x="139067" y="107938"/>
                    <a:pt x="139067" y="69533"/>
                  </a:cubicBezTo>
                  <a:cubicBezTo>
                    <a:pt x="139067" y="31129"/>
                    <a:pt x="107938" y="0"/>
                    <a:pt x="69533" y="0"/>
                  </a:cubicBezTo>
                  <a:cubicBezTo>
                    <a:pt x="31129" y="0"/>
                    <a:pt x="0" y="31129"/>
                    <a:pt x="0" y="69533"/>
                  </a:cubicBezTo>
                  <a:cubicBezTo>
                    <a:pt x="0" y="105872"/>
                    <a:pt x="27899" y="135709"/>
                    <a:pt x="63463" y="138809"/>
                  </a:cubicBezTo>
                </a:path>
              </a:pathLst>
            </a:custGeom>
            <a:noFill/>
            <a:ln w="128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B741310D-536D-4766-B73D-D627CE432008}"/>
                </a:ext>
              </a:extLst>
            </p:cNvPr>
            <p:cNvSpPr/>
            <p:nvPr/>
          </p:nvSpPr>
          <p:spPr>
            <a:xfrm>
              <a:off x="1796381" y="3579540"/>
              <a:ext cx="64582" cy="64582"/>
            </a:xfrm>
            <a:custGeom>
              <a:avLst/>
              <a:gdLst>
                <a:gd name="connsiteX0" fmla="*/ 64582 w 64582"/>
                <a:gd name="connsiteY0" fmla="*/ 32291 h 64582"/>
                <a:gd name="connsiteX1" fmla="*/ 32291 w 64582"/>
                <a:gd name="connsiteY1" fmla="*/ 64582 h 64582"/>
                <a:gd name="connsiteX2" fmla="*/ 0 w 64582"/>
                <a:gd name="connsiteY2" fmla="*/ 32291 h 64582"/>
                <a:gd name="connsiteX3" fmla="*/ 32291 w 64582"/>
                <a:gd name="connsiteY3" fmla="*/ 0 h 64582"/>
                <a:gd name="connsiteX4" fmla="*/ 64582 w 64582"/>
                <a:gd name="connsiteY4" fmla="*/ 32291 h 6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82" h="64582">
                  <a:moveTo>
                    <a:pt x="64582" y="32291"/>
                  </a:moveTo>
                  <a:cubicBezTo>
                    <a:pt x="64582" y="50125"/>
                    <a:pt x="50125" y="64582"/>
                    <a:pt x="32291" y="64582"/>
                  </a:cubicBezTo>
                  <a:cubicBezTo>
                    <a:pt x="14457" y="64582"/>
                    <a:pt x="0" y="50125"/>
                    <a:pt x="0" y="32291"/>
                  </a:cubicBezTo>
                  <a:cubicBezTo>
                    <a:pt x="0" y="14457"/>
                    <a:pt x="14457" y="0"/>
                    <a:pt x="32291" y="0"/>
                  </a:cubicBezTo>
                  <a:cubicBezTo>
                    <a:pt x="50125" y="0"/>
                    <a:pt x="64582" y="14457"/>
                    <a:pt x="64582" y="32291"/>
                  </a:cubicBezTo>
                  <a:close/>
                </a:path>
              </a:pathLst>
            </a:custGeom>
            <a:solidFill>
              <a:srgbClr val="000000"/>
            </a:solidFill>
            <a:ln w="3049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3026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118</Words>
  <Application>Microsoft Office PowerPoint</Application>
  <PresentationFormat>宽屏</PresentationFormat>
  <Paragraphs>52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钰翔 程</dc:creator>
  <cp:lastModifiedBy>钰翔 程</cp:lastModifiedBy>
  <cp:revision>17</cp:revision>
  <dcterms:created xsi:type="dcterms:W3CDTF">2026-03-20T06:53:01Z</dcterms:created>
  <dcterms:modified xsi:type="dcterms:W3CDTF">2026-05-29T02:51:27Z</dcterms:modified>
</cp:coreProperties>
</file>